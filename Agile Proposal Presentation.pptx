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0.xml.rels" ContentType="application/vnd.openxmlformats-package.relationships+xml"/>
  <Override PartName="/ppt/slideMasters/_rels/slideMaster47.xml.rels" ContentType="application/vnd.openxmlformats-package.relationships+xml"/>
  <Override PartName="/ppt/slideMasters/_rels/slideMaster46.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6.xml.rels" ContentType="application/vnd.openxmlformats-package.relationships+xml"/>
  <Override PartName="/ppt/slideMasters/_rels/slideMaster41.xml.rels" ContentType="application/vnd.openxmlformats-package.relationships+xml"/>
  <Override PartName="/ppt/slideMasters/_rels/slideMaster12.xml.rels" ContentType="application/vnd.openxmlformats-package.relationships+xml"/>
  <Override PartName="/ppt/slideMasters/_rels/slideMaster49.xml.rels" ContentType="application/vnd.openxmlformats-package.relationships+xml"/>
  <Override PartName="/ppt/slideMasters/_rels/slideMaster30.xml.rels" ContentType="application/vnd.openxmlformats-package.relationships+xml"/>
  <Override PartName="/ppt/slideMasters/_rels/slideMaster29.xml.rels" ContentType="application/vnd.openxmlformats-package.relationships+xml"/>
  <Override PartName="/ppt/slideMasters/_rels/slideMaster31.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53.xml.rels" ContentType="application/vnd.openxmlformats-package.relationships+xml"/>
  <Override PartName="/ppt/slideMasters/_rels/slideMaster4.xml.rels" ContentType="application/vnd.openxmlformats-package.relationships+xml"/>
  <Override PartName="/ppt/slideMasters/_rels/slideMaster52.xml.rels" ContentType="application/vnd.openxmlformats-package.relationships+xml"/>
  <Override PartName="/ppt/slideMasters/_rels/slideMaster51.xml.rels" ContentType="application/vnd.openxmlformats-package.relationships+xml"/>
  <Override PartName="/ppt/slideMasters/_rels/slideMaster50.xml.rels" ContentType="application/vnd.openxmlformats-package.relationships+xml"/>
  <Override PartName="/ppt/slideMasters/_rels/slideMaster39.xml.rels" ContentType="application/vnd.openxmlformats-package.relationships+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43.xml.rels" ContentType="application/vnd.openxmlformats-package.relationships+xml"/>
  <Override PartName="/ppt/slideMasters/_rels/slideMaster8.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xml.rels" ContentType="application/vnd.openxmlformats-package.relationships+xml"/>
  <Override PartName="/ppt/slideMasters/_rels/slideMaster9.xml.rels" ContentType="application/vnd.openxmlformats-package.relationships+xml"/>
  <Override PartName="/ppt/slideMasters/_rels/slideMaster44.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27.xml.rels" ContentType="application/vnd.openxmlformats-package.relationships+xml"/>
  <Override PartName="/ppt/slideMasters/_rels/slideMaster45.xml.rels" ContentType="application/vnd.openxmlformats-package.relationships+xml"/>
  <Override PartName="/ppt/slideMasters/_rels/slideMaster28.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7.xml.rels" ContentType="application/vnd.openxmlformats-package.relationships+xml"/>
  <Override PartName="/ppt/slideMasters/_rels/slideMaster42.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26.xml" ContentType="application/vnd.openxmlformats-officedocument.presentationml.slideMaster+xml"/>
  <Override PartName="/ppt/slideMasters/slideMaster1.xml" ContentType="application/vnd.openxmlformats-officedocument.presentationml.slideMaster+xml"/>
  <Override PartName="/ppt/slideMasters/slideMaster44.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27.xml" ContentType="application/vnd.openxmlformats-officedocument.presentationml.slideMaster+xml"/>
  <Override PartName="/ppt/slideMasters/slideMaster2.xml" ContentType="application/vnd.openxmlformats-officedocument.presentationml.slideMaster+xml"/>
  <Override PartName="/ppt/slideMasters/slideMaster45.xml" ContentType="application/vnd.openxmlformats-officedocument.presentationml.slideMaster+xml"/>
  <Override PartName="/ppt/slideMasters/slideMaster28.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0.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39.xml" ContentType="application/vnd.openxmlformats-officedocument.presentationml.slideMaster+xml"/>
  <Override PartName="/ppt/slideMasters/slideMaster41.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34.xml" ContentType="application/vnd.openxmlformats-officedocument.presentationml.slideMaster+xml"/>
  <Override PartName="/ppt/slideMasters/slideMaster33.xml" ContentType="application/vnd.openxmlformats-officedocument.presentationml.slideMaster+xml"/>
  <Override PartName="/ppt/slideMasters/slideMaster32.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49.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48.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3.xml" ContentType="application/vnd.openxmlformats-officedocument.presentationml.slideMaster+xml"/>
  <Override PartName="/ppt/slideMasters/slideMaster46.xml" ContentType="application/vnd.openxmlformats-officedocument.presentationml.slideMaster+xml"/>
  <Override PartName="/ppt/slideMasters/slideMaster4.xml" ContentType="application/vnd.openxmlformats-officedocument.presentationml.slideMaster+xml"/>
  <Override PartName="/ppt/slideMasters/slideMaster47.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48.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39.xml" ContentType="application/vnd.openxmlformats-officedocument.theme+xml"/>
  <Override PartName="/ppt/theme/theme41.xml" ContentType="application/vnd.openxmlformats-officedocument.theme+xml"/>
  <Override PartName="/ppt/theme/theme50.xml" ContentType="application/vnd.openxmlformats-officedocument.theme+xml"/>
  <Override PartName="/ppt/theme/theme13.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37.xml" ContentType="application/vnd.openxmlformats-officedocument.theme+xml"/>
  <Override PartName="/ppt/theme/theme10.xml" ContentType="application/vnd.openxmlformats-officedocument.theme+xml"/>
  <Override PartName="/ppt/theme/theme47.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slideLayouts/slideLayout22.xml" ContentType="application/vnd.openxmlformats-officedocument.presentationml.slideLayout+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4.xml.rels" ContentType="application/vnd.openxmlformats-package.relationships+xml"/>
  <Override PartName="/ppt/slideLayouts/_rels/slideLayout51.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52.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53.xml.rels" ContentType="application/vnd.openxmlformats-package.relationships+xml"/>
  <Override PartName="/ppt/slideLayouts/_rels/slideLayout41.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45.xml.rels" ContentType="application/vnd.openxmlformats-package.relationships+xml"/>
  <Override PartName="/ppt/slideLayouts/_rels/slideLayout22.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47.xml.rels" ContentType="application/vnd.openxmlformats-package.relationships+xml"/>
  <Override PartName="/ppt/slideLayouts/_rels/slideLayout28.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34.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41.xml" ContentType="application/vnd.openxmlformats-officedocument.presentationml.slideLayout+xml"/>
  <Override PartName="/ppt/slideLayouts/slideLayout53.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13.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2.jpeg" ContentType="image/jpeg"/>
  <Override PartName="/ppt/slides/slide1.xml" ContentType="application/vnd.openxmlformats-officedocument.presentationml.slide+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 id="2147483746" r:id="rId51"/>
    <p:sldMasterId id="2147483748" r:id="rId52"/>
    <p:sldMasterId id="2147483750" r:id="rId53"/>
    <p:sldMasterId id="2147483752" r:id="rId54"/>
  </p:sldMasterIdLst>
  <p:sldIdLst>
    <p:sldId id="256" r:id="rId55"/>
    <p:sldId id="257" r:id="rId56"/>
    <p:sldId id="258" r:id="rId57"/>
    <p:sldId id="259" r:id="rId58"/>
    <p:sldId id="260" r:id="rId59"/>
    <p:sldId id="261" r:id="rId60"/>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Master" Target="slideMasters/slideMaster50.xml"/><Relationship Id="rId52" Type="http://schemas.openxmlformats.org/officeDocument/2006/relationships/slideMaster" Target="slideMasters/slideMaster51.xml"/><Relationship Id="rId53" Type="http://schemas.openxmlformats.org/officeDocument/2006/relationships/slideMaster" Target="slideMasters/slideMaster52.xml"/><Relationship Id="rId54" Type="http://schemas.openxmlformats.org/officeDocument/2006/relationships/slideMaster" Target="slideMasters/slideMaster53.xml"/><Relationship Id="rId55" Type="http://schemas.openxmlformats.org/officeDocument/2006/relationships/slide" Target="slides/slide1.xml"/><Relationship Id="rId56" Type="http://schemas.openxmlformats.org/officeDocument/2006/relationships/slide" Target="slides/slide2.xml"/><Relationship Id="rId57" Type="http://schemas.openxmlformats.org/officeDocument/2006/relationships/slide" Target="slides/slide3.xml"/><Relationship Id="rId58" Type="http://schemas.openxmlformats.org/officeDocument/2006/relationships/slide" Target="slides/slide4.xml"/><Relationship Id="rId59" Type="http://schemas.openxmlformats.org/officeDocument/2006/relationships/slide" Target="slides/slide5.xml"/><Relationship Id="rId60" Type="http://schemas.openxmlformats.org/officeDocument/2006/relationships/slide" Target="slides/slide6.xml"/><Relationship Id="rId6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20D367E9-A632-4659-A44B-53A5C74DA088}"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1_1_1_1_1_2">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6A4E3045-4887-4C29-8E9B-BA800A5EBCE0}"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_1_1_1_1_1_1_1_1_1_1_1_1_1_1_1_1">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_1_1_1_1_1_1_1_1_1_1_1_1_1_1_1_1_1_2">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2BC8F5B1-B6C2-4E63-8B53-BA51648514F5}"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_1_1_1_1_1_1_1_1_1_1_1_1_1_1_1_1_1_1_1">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38FD2A31-F565-439C-A0EB-38DA7AE5DC30}"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_1_1_1_1_1_1_1_1_1_1_1_1_1_1_1_1_1_1_1_1">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EF64AF8B-9597-4908-88E3-27D3671E95AC}"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210874FE-8858-4B8B-A69F-5D2BC68E03C0}"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_1">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2AEE5FEC-E21F-4C33-820B-41D216B286D0}"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_1_1">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9DD89B57-48A1-4C66-84AF-59C442439711}"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E11DCE0D-3DB4-407C-89AA-6C479E2BE6E1}"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3">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DA1C5734-6825-4C8C-8E59-D1DECDB5329A}"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2FA53D9F-C73B-44C5-BBAA-7F1565EEA2B1}"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2">
    <p:spTree>
      <p:nvGrpSpPr>
        <p:cNvPr id="1" name=""/>
        <p:cNvGrpSpPr/>
        <p:nvPr/>
      </p:nvGrpSpPr>
      <p:grpSpPr>
        <a:xfrm>
          <a:off x="0" y="0"/>
          <a:ext cx="0" cy="0"/>
          <a:chOff x="0" y="0"/>
          <a:chExt cx="0" cy="0"/>
        </a:xfrm>
      </p:grpSpPr>
      <p:sp>
        <p:nvSpPr>
          <p:cNvPr id="2" name="PlaceHolder 1"/>
          <p:cNvSpPr>
            <a:spLocks noGrp="1"/>
          </p:cNvSpPr>
          <p:nvPr>
            <p:ph type="sldNum" idx="12"/>
          </p:nvPr>
        </p:nvSpPr>
        <p:spPr/>
        <p:txBody>
          <a:bodyPr/>
          <a:p>
            <a:fld id="{4E8745E1-8A14-420E-BCD1-EA95B4DE0FD1}"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2_1_2">
    <p:spTree>
      <p:nvGrpSpPr>
        <p:cNvPr id="1" name=""/>
        <p:cNvGrpSpPr/>
        <p:nvPr/>
      </p:nvGrpSpPr>
      <p:grpSpPr>
        <a:xfrm>
          <a:off x="0" y="0"/>
          <a:ext cx="0" cy="0"/>
          <a:chOff x="0" y="0"/>
          <a:chExt cx="0" cy="0"/>
        </a:xfrm>
      </p:grpSpPr>
      <p:sp>
        <p:nvSpPr>
          <p:cNvPr id="2" name="PlaceHolder 1"/>
          <p:cNvSpPr>
            <a:spLocks noGrp="1"/>
          </p:cNvSpPr>
          <p:nvPr>
            <p:ph type="sldNum" idx="13"/>
          </p:nvPr>
        </p:nvSpPr>
        <p:spPr/>
        <p:txBody>
          <a:bodyPr/>
          <a:p>
            <a:fld id="{085DF8B8-D9F7-42AC-8705-385E29E422E4}"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2_1_1">
    <p:spTree>
      <p:nvGrpSpPr>
        <p:cNvPr id="1" name=""/>
        <p:cNvGrpSpPr/>
        <p:nvPr/>
      </p:nvGrpSpPr>
      <p:grpSpPr>
        <a:xfrm>
          <a:off x="0" y="0"/>
          <a:ext cx="0" cy="0"/>
          <a:chOff x="0" y="0"/>
          <a:chExt cx="0" cy="0"/>
        </a:xfrm>
      </p:grpSpPr>
      <p:sp>
        <p:nvSpPr>
          <p:cNvPr id="2" name="PlaceHolder 1"/>
          <p:cNvSpPr>
            <a:spLocks noGrp="1"/>
          </p:cNvSpPr>
          <p:nvPr>
            <p:ph type="sldNum" idx="14"/>
          </p:nvPr>
        </p:nvSpPr>
        <p:spPr/>
        <p:txBody>
          <a:bodyPr/>
          <a:p>
            <a:fld id="{A570188B-1506-43A0-8E0C-B7028D0F7470}"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_1">
    <p:spTree>
      <p:nvGrpSpPr>
        <p:cNvPr id="1" name=""/>
        <p:cNvGrpSpPr/>
        <p:nvPr/>
      </p:nvGrpSpPr>
      <p:grpSpPr>
        <a:xfrm>
          <a:off x="0" y="0"/>
          <a:ext cx="0" cy="0"/>
          <a:chOff x="0" y="0"/>
          <a:chExt cx="0" cy="0"/>
        </a:xfrm>
      </p:grpSpPr>
      <p:sp>
        <p:nvSpPr>
          <p:cNvPr id="2" name="PlaceHolder 1"/>
          <p:cNvSpPr>
            <a:spLocks noGrp="1"/>
          </p:cNvSpPr>
          <p:nvPr>
            <p:ph type="sldNum" idx="15"/>
          </p:nvPr>
        </p:nvSpPr>
        <p:spPr/>
        <p:txBody>
          <a:bodyPr/>
          <a:p>
            <a:fld id="{21EB4870-960D-4452-BC5C-F1B3DAF85909}"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spTree>
      <p:nvGrpSpPr>
        <p:cNvPr id="1" name=""/>
        <p:cNvGrpSpPr/>
        <p:nvPr/>
      </p:nvGrpSpPr>
      <p:grpSpPr>
        <a:xfrm>
          <a:off x="0" y="0"/>
          <a:ext cx="0" cy="0"/>
          <a:chOff x="0" y="0"/>
          <a:chExt cx="0" cy="0"/>
        </a:xfrm>
      </p:grpSpPr>
      <p:sp>
        <p:nvSpPr>
          <p:cNvPr id="2" name="PlaceHolder 1"/>
          <p:cNvSpPr>
            <a:spLocks noGrp="1"/>
          </p:cNvSpPr>
          <p:nvPr>
            <p:ph type="sldNum" idx="16"/>
          </p:nvPr>
        </p:nvSpPr>
        <p:spPr/>
        <p:txBody>
          <a:bodyPr/>
          <a:p>
            <a:fld id="{D196B35B-89A9-4D24-ADC7-B72AFE52385B}"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spTree>
      <p:nvGrpSpPr>
        <p:cNvPr id="1" name=""/>
        <p:cNvGrpSpPr/>
        <p:nvPr/>
      </p:nvGrpSpPr>
      <p:grpSpPr>
        <a:xfrm>
          <a:off x="0" y="0"/>
          <a:ext cx="0" cy="0"/>
          <a:chOff x="0" y="0"/>
          <a:chExt cx="0" cy="0"/>
        </a:xfrm>
      </p:grpSpPr>
      <p:sp>
        <p:nvSpPr>
          <p:cNvPr id="2" name="PlaceHolder 1"/>
          <p:cNvSpPr>
            <a:spLocks noGrp="1"/>
          </p:cNvSpPr>
          <p:nvPr>
            <p:ph type="sldNum" idx="17"/>
          </p:nvPr>
        </p:nvSpPr>
        <p:spPr/>
        <p:txBody>
          <a:bodyPr/>
          <a:p>
            <a:fld id="{26F7339B-C99D-45AE-9ED2-1888CF7D3202}"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spTree>
      <p:nvGrpSpPr>
        <p:cNvPr id="1" name=""/>
        <p:cNvGrpSpPr/>
        <p:nvPr/>
      </p:nvGrpSpPr>
      <p:grpSpPr>
        <a:xfrm>
          <a:off x="0" y="0"/>
          <a:ext cx="0" cy="0"/>
          <a:chOff x="0" y="0"/>
          <a:chExt cx="0" cy="0"/>
        </a:xfrm>
      </p:grpSpPr>
      <p:sp>
        <p:nvSpPr>
          <p:cNvPr id="2" name="PlaceHolder 1"/>
          <p:cNvSpPr>
            <a:spLocks noGrp="1"/>
          </p:cNvSpPr>
          <p:nvPr>
            <p:ph type="sldNum" idx="18"/>
          </p:nvPr>
        </p:nvSpPr>
        <p:spPr/>
        <p:txBody>
          <a:bodyPr/>
          <a:p>
            <a:fld id="{DFB3552E-EBC7-4FE5-93B2-08BD8CEB334F}"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
        <p:nvSpPr>
          <p:cNvPr id="2" name="PlaceHolder 1"/>
          <p:cNvSpPr>
            <a:spLocks noGrp="1"/>
          </p:cNvSpPr>
          <p:nvPr>
            <p:ph type="sldNum" idx="19"/>
          </p:nvPr>
        </p:nvSpPr>
        <p:spPr/>
        <p:txBody>
          <a:bodyPr/>
          <a:p>
            <a:fld id="{DF777193-B5A1-4B25-B8FA-6BB200C9BADE}"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
        <p:nvSpPr>
          <p:cNvPr id="2" name="PlaceHolder 1"/>
          <p:cNvSpPr>
            <a:spLocks noGrp="1"/>
          </p:cNvSpPr>
          <p:nvPr>
            <p:ph type="sldNum" idx="20"/>
          </p:nvPr>
        </p:nvSpPr>
        <p:spPr/>
        <p:txBody>
          <a:bodyPr/>
          <a:p>
            <a:fld id="{95F2A18F-A0B4-4790-BDBC-44A934A967C3}"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2_1">
    <p:spTree>
      <p:nvGrpSpPr>
        <p:cNvPr id="1" name=""/>
        <p:cNvGrpSpPr/>
        <p:nvPr/>
      </p:nvGrpSpPr>
      <p:grpSpPr>
        <a:xfrm>
          <a:off x="0" y="0"/>
          <a:ext cx="0" cy="0"/>
          <a:chOff x="0" y="0"/>
          <a:chExt cx="0" cy="0"/>
        </a:xfrm>
      </p:grpSpPr>
      <p:sp>
        <p:nvSpPr>
          <p:cNvPr id="2" name="PlaceHolder 1"/>
          <p:cNvSpPr>
            <a:spLocks noGrp="1"/>
          </p:cNvSpPr>
          <p:nvPr>
            <p:ph type="sldNum" idx="21"/>
          </p:nvPr>
        </p:nvSpPr>
        <p:spPr/>
        <p:txBody>
          <a:bodyPr/>
          <a:p>
            <a:fld id="{7B96F3C7-AA9C-4E74-8A64-DC8E5E1F6B41}"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_1">
    <p:spTree>
      <p:nvGrpSpPr>
        <p:cNvPr id="1" name=""/>
        <p:cNvGrpSpPr/>
        <p:nvPr/>
      </p:nvGrpSpPr>
      <p:grpSpPr>
        <a:xfrm>
          <a:off x="0" y="0"/>
          <a:ext cx="0" cy="0"/>
          <a:chOff x="0" y="0"/>
          <a:chExt cx="0" cy="0"/>
        </a:xfrm>
      </p:grpSpPr>
      <p:sp>
        <p:nvSpPr>
          <p:cNvPr id="2" name="PlaceHolder 1"/>
          <p:cNvSpPr>
            <a:spLocks noGrp="1"/>
          </p:cNvSpPr>
          <p:nvPr>
            <p:ph type="sldNum" idx="22"/>
          </p:nvPr>
        </p:nvSpPr>
        <p:spPr/>
        <p:txBody>
          <a:bodyPr/>
          <a:p>
            <a:fld id="{178C2003-08B0-4C14-B896-D129D960434A}"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
        <p:nvSpPr>
          <p:cNvPr id="2" name="PlaceHolder 1"/>
          <p:cNvSpPr>
            <a:spLocks noGrp="1"/>
          </p:cNvSpPr>
          <p:nvPr>
            <p:ph type="sldNum" idx="23"/>
          </p:nvPr>
        </p:nvSpPr>
        <p:spPr/>
        <p:txBody>
          <a:bodyPr/>
          <a:p>
            <a:fld id="{697D9C7D-10E2-470E-9A86-E071B47431F6}"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_1">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s">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 column text">
    <p:spTree>
      <p:nvGrpSpPr>
        <p:cNvPr id="1" name=""/>
        <p:cNvGrpSpPr/>
        <p:nvPr/>
      </p:nvGrpSpPr>
      <p:grpSpPr>
        <a:xfrm>
          <a:off x="0" y="0"/>
          <a:ext cx="0" cy="0"/>
          <a:chOff x="0" y="0"/>
          <a:chExt cx="0" cy="0"/>
        </a:xfrm>
      </p:grpSpPr>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 point">
    <p:spTree>
      <p:nvGrpSpPr>
        <p:cNvPr id="1" name=""/>
        <p:cNvGrpSpPr/>
        <p:nvPr/>
      </p:nvGrpSpPr>
      <p:grpSpPr>
        <a:xfrm>
          <a:off x="0" y="0"/>
          <a:ext cx="0" cy="0"/>
          <a:chOff x="0" y="0"/>
          <a:chExt cx="0" cy="0"/>
        </a:xfrm>
      </p:grpSpPr>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1">
    <p:spTree>
      <p:nvGrpSpPr>
        <p:cNvPr id="1" name=""/>
        <p:cNvGrpSpPr/>
        <p:nvPr/>
      </p:nvGrpSpPr>
      <p:grpSpPr>
        <a:xfrm>
          <a:off x="0" y="0"/>
          <a:ext cx="0" cy="0"/>
          <a:chOff x="0" y="0"/>
          <a:chExt cx="0" cy="0"/>
        </a:xfrm>
      </p:grpSpPr>
      <p:sp>
        <p:nvSpPr>
          <p:cNvPr id="2" name="PlaceHolder 1"/>
          <p:cNvSpPr>
            <a:spLocks noGrp="1"/>
          </p:cNvSpPr>
          <p:nvPr>
            <p:ph type="sldNum" idx="24"/>
          </p:nvPr>
        </p:nvSpPr>
        <p:spPr/>
        <p:txBody>
          <a:bodyPr/>
          <a:p>
            <a:fld id="{9EDCB065-D93B-4CD3-A326-0E34F1E74DB4}"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title and description">
    <p:spTree>
      <p:nvGrpSpPr>
        <p:cNvPr id="1" name=""/>
        <p:cNvGrpSpPr/>
        <p:nvPr/>
      </p:nvGrpSpPr>
      <p:grpSpPr>
        <a:xfrm>
          <a:off x="0" y="0"/>
          <a:ext cx="0" cy="0"/>
          <a:chOff x="0" y="0"/>
          <a:chExt cx="0" cy="0"/>
        </a:xfrm>
      </p:grpSpPr>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
    <p:spTree>
      <p:nvGrpSpPr>
        <p:cNvPr id="1" name=""/>
        <p:cNvGrpSpPr/>
        <p:nvPr/>
      </p:nvGrpSpPr>
      <p:grpSpPr>
        <a:xfrm>
          <a:off x="0" y="0"/>
          <a:ext cx="0" cy="0"/>
          <a:chOff x="0" y="0"/>
          <a:chExt cx="0" cy="0"/>
        </a:xfrm>
      </p:grpSpPr>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number">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spTree>
      <p:nvGrpSpPr>
        <p:cNvPr id="1" name=""/>
        <p:cNvGrpSpPr/>
        <p:nvPr/>
      </p:nvGrpSpPr>
      <p:grpSpPr>
        <a:xfrm>
          <a:off x="0" y="0"/>
          <a:ext cx="0" cy="0"/>
          <a:chOff x="0" y="0"/>
          <a:chExt cx="0" cy="0"/>
        </a:xfrm>
      </p:grpSpPr>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body and image">
    <p:spTree>
      <p:nvGrpSpPr>
        <p:cNvPr id="1" name=""/>
        <p:cNvGrpSpPr/>
        <p:nvPr/>
      </p:nvGrpSpPr>
      <p:grpSpPr>
        <a:xfrm>
          <a:off x="0" y="0"/>
          <a:ext cx="0" cy="0"/>
          <a:chOff x="0" y="0"/>
          <a:chExt cx="0" cy="0"/>
        </a:xfrm>
      </p:grpSpPr>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big ideas">
    <p:spTree>
      <p:nvGrpSpPr>
        <p:cNvPr id="1" name=""/>
        <p:cNvGrpSpPr/>
        <p:nvPr/>
      </p:nvGrpSpPr>
      <p:grpSpPr>
        <a:xfrm>
          <a:off x="0" y="0"/>
          <a:ext cx="0" cy="0"/>
          <a:chOff x="0" y="0"/>
          <a:chExt cx="0" cy="0"/>
        </a:xfrm>
      </p:grpSpPr>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big ideas">
    <p:spTree>
      <p:nvGrpSpPr>
        <p:cNvPr id="1" name=""/>
        <p:cNvGrpSpPr/>
        <p:nvPr/>
      </p:nvGrpSpPr>
      <p:grpSpPr>
        <a:xfrm>
          <a:off x="0" y="0"/>
          <a:ext cx="0" cy="0"/>
          <a:chOff x="0" y="0"/>
          <a:chExt cx="0" cy="0"/>
        </a:xfrm>
      </p:grpSpPr>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ur big ideas">
    <p:spTree>
      <p:nvGrpSpPr>
        <p:cNvPr id="1" name=""/>
        <p:cNvGrpSpPr/>
        <p:nvPr/>
      </p:nvGrpSpPr>
      <p:grpSpPr>
        <a:xfrm>
          <a:off x="0" y="0"/>
          <a:ext cx="0" cy="0"/>
          <a:chOff x="0" y="0"/>
          <a:chExt cx="0" cy="0"/>
        </a:xfrm>
      </p:grpSpPr>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image">
    <p:spTree>
      <p:nvGrpSpPr>
        <p:cNvPr id="1" name=""/>
        <p:cNvGrpSpPr/>
        <p:nvPr/>
      </p:nvGrpSpPr>
      <p:grpSpPr>
        <a:xfrm>
          <a:off x="0" y="0"/>
          <a:ext cx="0" cy="0"/>
          <a:chOff x="0" y="0"/>
          <a:chExt cx="0" cy="0"/>
        </a:xfrm>
      </p:grpSpPr>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1_1_1_1_2">
    <p:spTree>
      <p:nvGrpSpPr>
        <p:cNvPr id="1" name=""/>
        <p:cNvGrpSpPr/>
        <p:nvPr/>
      </p:nvGrpSpPr>
      <p:grpSpPr>
        <a:xfrm>
          <a:off x="0" y="0"/>
          <a:ext cx="0" cy="0"/>
          <a:chOff x="0" y="0"/>
          <a:chExt cx="0" cy="0"/>
        </a:xfrm>
      </p:grpSpPr>
      <p:sp>
        <p:nvSpPr>
          <p:cNvPr id="2" name="PlaceHolder 1"/>
          <p:cNvSpPr>
            <a:spLocks noGrp="1"/>
          </p:cNvSpPr>
          <p:nvPr>
            <p:ph type="sldNum" idx="25"/>
          </p:nvPr>
        </p:nvSpPr>
        <p:spPr/>
        <p:txBody>
          <a:bodyPr/>
          <a:p>
            <a:fld id="{21185E8D-4450-49F5-8C6E-FFDF383BC28B}"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storyboards">
    <p:spTree>
      <p:nvGrpSpPr>
        <p:cNvPr id="1" name=""/>
        <p:cNvGrpSpPr/>
        <p:nvPr/>
      </p:nvGrpSpPr>
      <p:grpSpPr>
        <a:xfrm>
          <a:off x="0" y="0"/>
          <a:ext cx="0" cy="0"/>
          <a:chOff x="0" y="0"/>
          <a:chExt cx="0" cy="0"/>
        </a:xfrm>
      </p:grpSpPr>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storyboards">
    <p:spTree>
      <p:nvGrpSpPr>
        <p:cNvPr id="1" name=""/>
        <p:cNvGrpSpPr/>
        <p:nvPr/>
      </p:nvGrpSpPr>
      <p:grpSpPr>
        <a:xfrm>
          <a:off x="0" y="0"/>
          <a:ext cx="0" cy="0"/>
          <a:chOff x="0" y="0"/>
          <a:chExt cx="0" cy="0"/>
        </a:xfrm>
      </p:grpSpPr>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only">
    <p:spTree>
      <p:nvGrpSpPr>
        <p:cNvPr id="1" name=""/>
        <p:cNvGrpSpPr/>
        <p:nvPr/>
      </p:nvGrpSpPr>
      <p:grpSpPr>
        <a:xfrm>
          <a:off x="0" y="0"/>
          <a:ext cx="0" cy="0"/>
          <a:chOff x="0" y="0"/>
          <a:chExt cx="0" cy="0"/>
        </a:xfrm>
      </p:grpSpPr>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grid">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1_1_1_1_2_2">
    <p:spTree>
      <p:nvGrpSpPr>
        <p:cNvPr id="1" name=""/>
        <p:cNvGrpSpPr/>
        <p:nvPr/>
      </p:nvGrpSpPr>
      <p:grpSpPr>
        <a:xfrm>
          <a:off x="0" y="0"/>
          <a:ext cx="0" cy="0"/>
          <a:chOff x="0" y="0"/>
          <a:chExt cx="0" cy="0"/>
        </a:xfrm>
      </p:grpSpPr>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1_1_1_1_2_1">
    <p:spTree>
      <p:nvGrpSpPr>
        <p:cNvPr id="1" name=""/>
        <p:cNvGrpSpPr/>
        <p:nvPr/>
      </p:nvGrpSpPr>
      <p:grpSpPr>
        <a:xfrm>
          <a:off x="0" y="0"/>
          <a:ext cx="0" cy="0"/>
          <a:chOff x="0" y="0"/>
          <a:chExt cx="0" cy="0"/>
        </a:xfrm>
      </p:grpSpPr>
      <p:sp>
        <p:nvSpPr>
          <p:cNvPr id="2" name="PlaceHolder 1"/>
          <p:cNvSpPr>
            <a:spLocks noGrp="1"/>
          </p:cNvSpPr>
          <p:nvPr>
            <p:ph type="sldNum" idx="26"/>
          </p:nvPr>
        </p:nvSpPr>
        <p:spPr/>
        <p:txBody>
          <a:bodyPr/>
          <a:p>
            <a:fld id="{AE3E450F-9033-434C-868D-0411619047F8}" type="slidenum">
              <a:t>&lt;#&gt;</a:t>
            </a:fld>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1_1_1_1_1">
    <p:spTree>
      <p:nvGrpSpPr>
        <p:cNvPr id="1" name=""/>
        <p:cNvGrpSpPr/>
        <p:nvPr/>
      </p:nvGrpSpPr>
      <p:grpSpPr>
        <a:xfrm>
          <a:off x="0" y="0"/>
          <a:ext cx="0" cy="0"/>
          <a:chOff x="0" y="0"/>
          <a:chExt cx="0" cy="0"/>
        </a:xfrm>
      </p:grpSpPr>
      <p:sp>
        <p:nvSpPr>
          <p:cNvPr id="2" name="PlaceHolder 1"/>
          <p:cNvSpPr>
            <a:spLocks noGrp="1"/>
          </p:cNvSpPr>
          <p:nvPr>
            <p:ph type="sldNum" idx="27"/>
          </p:nvPr>
        </p:nvSpPr>
        <p:spPr/>
        <p:txBody>
          <a:bodyPr/>
          <a:p>
            <a:fld id="{6239727E-AD01-4D8A-8806-A295327C2C5C}" type="slidenum">
              <a:t>&lt;#&gt;</a:t>
            </a:fld>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1_1_1_1_1_3">
    <p:spTree>
      <p:nvGrpSpPr>
        <p:cNvPr id="1" name=""/>
        <p:cNvGrpSpPr/>
        <p:nvPr/>
      </p:nvGrpSpPr>
      <p:grpSpPr>
        <a:xfrm>
          <a:off x="0" y="0"/>
          <a:ext cx="0" cy="0"/>
          <a:chOff x="0" y="0"/>
          <a:chExt cx="0" cy="0"/>
        </a:xfrm>
      </p:grpSpPr>
      <p:sp>
        <p:nvSpPr>
          <p:cNvPr id="2" name="PlaceHolder 1"/>
          <p:cNvSpPr>
            <a:spLocks noGrp="1"/>
          </p:cNvSpPr>
          <p:nvPr>
            <p:ph type="sldNum" idx="28"/>
          </p:nvPr>
        </p:nvSpPr>
        <p:spPr/>
        <p:txBody>
          <a:bodyPr/>
          <a:p>
            <a:fld id="{FB60DE2C-6C97-482C-B16D-D988C31A9AC7}"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50.xml"/><Relationship Id="rId2"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51.xml"/><Relationship Id="rId2"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52.xml"/><Relationship Id="rId2" Type="http://schemas.openxmlformats.org/officeDocument/2006/relationships/slideLayout" Target="../slideLayouts/slideLayout52.xml"/>
</Relationships>
</file>

<file path=ppt/slideMasters/_rels/slideMaster53.xml.rels><?xml version="1.0" encoding="UTF-8"?>
<Relationships xmlns="http://schemas.openxmlformats.org/package/2006/relationships"><Relationship Id="rId1" Type="http://schemas.openxmlformats.org/officeDocument/2006/relationships/theme" Target="../theme/theme53.xml"/><Relationship Id="rId2" Type="http://schemas.openxmlformats.org/officeDocument/2006/relationships/slideLayout" Target="../slideLayouts/slideLayout5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61800" y="957240"/>
            <a:ext cx="5627160" cy="587520"/>
          </a:xfrm>
          <a:prstGeom prst="rect">
            <a:avLst/>
          </a:prstGeom>
          <a:noFill/>
          <a:ln w="0">
            <a:noFill/>
          </a:ln>
        </p:spPr>
        <p:txBody>
          <a:bodyPr lIns="0" rIns="0" tIns="0" bIns="0" anchor="t">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1" name="PlaceHolder 2"/>
          <p:cNvSpPr>
            <a:spLocks noGrp="1"/>
          </p:cNvSpPr>
          <p:nvPr>
            <p:ph type="sldNum" idx="1"/>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97C06ACF-061B-4B9B-97ED-6F87CCDECF1D}"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sldNum" idx="2"/>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3CF3C170-0024-409E-A90F-56847FB0C459}"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3" name="PlaceHolder 2"/>
          <p:cNvSpPr>
            <a:spLocks noGrp="1"/>
          </p:cNvSpPr>
          <p:nvPr>
            <p:ph type="body"/>
          </p:nvPr>
        </p:nvSpPr>
        <p:spPr>
          <a:xfrm>
            <a:off x="7130880" y="3628800"/>
            <a:ext cx="1645560" cy="67968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4" name="PlaceHolder 3"/>
          <p:cNvSpPr>
            <a:spLocks noGrp="1"/>
          </p:cNvSpPr>
          <p:nvPr>
            <p:ph type="body"/>
          </p:nvPr>
        </p:nvSpPr>
        <p:spPr>
          <a:xfrm>
            <a:off x="4892040" y="3628800"/>
            <a:ext cx="1645560" cy="67968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5" name="PlaceHolder 4"/>
          <p:cNvSpPr>
            <a:spLocks noGrp="1"/>
          </p:cNvSpPr>
          <p:nvPr>
            <p:ph type="body"/>
          </p:nvPr>
        </p:nvSpPr>
        <p:spPr>
          <a:xfrm>
            <a:off x="2607120" y="3628800"/>
            <a:ext cx="1645560" cy="67968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6" name="PlaceHolder 5"/>
          <p:cNvSpPr>
            <a:spLocks noGrp="1"/>
          </p:cNvSpPr>
          <p:nvPr>
            <p:ph type="body"/>
          </p:nvPr>
        </p:nvSpPr>
        <p:spPr>
          <a:xfrm>
            <a:off x="361800" y="3628800"/>
            <a:ext cx="1645560" cy="67968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7" name="PlaceHolder 6"/>
          <p:cNvSpPr>
            <a:spLocks noGrp="1"/>
          </p:cNvSpPr>
          <p:nvPr>
            <p:ph type="title"/>
          </p:nvPr>
        </p:nvSpPr>
        <p:spPr>
          <a:xfrm>
            <a:off x="1406520" y="988560"/>
            <a:ext cx="6330600" cy="58752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body"/>
          </p:nvPr>
        </p:nvSpPr>
        <p:spPr>
          <a:xfrm>
            <a:off x="4587840" y="-8640"/>
            <a:ext cx="4571640" cy="515196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 name="PlaceHolder 2"/>
          <p:cNvSpPr>
            <a:spLocks noGrp="1"/>
          </p:cNvSpPr>
          <p:nvPr>
            <p:ph type="title"/>
          </p:nvPr>
        </p:nvSpPr>
        <p:spPr>
          <a:xfrm>
            <a:off x="361800" y="923400"/>
            <a:ext cx="3859920" cy="587520"/>
          </a:xfrm>
          <a:prstGeom prst="rect">
            <a:avLst/>
          </a:prstGeom>
          <a:noFill/>
          <a:ln w="0">
            <a:noFill/>
          </a:ln>
        </p:spPr>
        <p:txBody>
          <a:bodyPr lIns="91440" rIns="91440" tIns="91440" bIns="91440" anchor="t">
            <a:no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10" name="PlaceHolder 3"/>
          <p:cNvSpPr>
            <a:spLocks noGrp="1"/>
          </p:cNvSpPr>
          <p:nvPr>
            <p:ph type="body"/>
          </p:nvPr>
        </p:nvSpPr>
        <p:spPr>
          <a:xfrm>
            <a:off x="547560" y="3337920"/>
            <a:ext cx="3492360" cy="1327320"/>
          </a:xfrm>
          <a:prstGeom prst="rect">
            <a:avLst/>
          </a:prstGeom>
          <a:noFill/>
          <a:ln w="0">
            <a:noFill/>
          </a:ln>
        </p:spPr>
        <p:txBody>
          <a:bodyPr lIns="91440" rIns="91440" tIns="91440" bIns="91440" anchor="b">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sldNum" idx="3"/>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28D5FC60-268E-4F51-A6D1-2F040B89041C}"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12" name="Google Shape;122;p13"/>
          <p:cNvSpPr/>
          <p:nvPr/>
        </p:nvSpPr>
        <p:spPr>
          <a:xfrm>
            <a:off x="0" y="2785680"/>
            <a:ext cx="2293920" cy="2356920"/>
          </a:xfrm>
          <a:prstGeom prst="rect">
            <a:avLst/>
          </a:prstGeom>
          <a:solidFill>
            <a:schemeClr val="accent1"/>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3" name="Google Shape;123;p13"/>
          <p:cNvSpPr/>
          <p:nvPr/>
        </p:nvSpPr>
        <p:spPr>
          <a:xfrm>
            <a:off x="2286000" y="2068920"/>
            <a:ext cx="2293920" cy="3074400"/>
          </a:xfrm>
          <a:prstGeom prst="rect">
            <a:avLst/>
          </a:prstGeom>
          <a:solidFill>
            <a:schemeClr val="accent5"/>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14" name="Google Shape;124;p13"/>
          <p:cNvSpPr/>
          <p:nvPr/>
        </p:nvSpPr>
        <p:spPr>
          <a:xfrm>
            <a:off x="4565520" y="1495440"/>
            <a:ext cx="2293920" cy="3647880"/>
          </a:xfrm>
          <a:prstGeom prst="rect">
            <a:avLst/>
          </a:prstGeom>
          <a:solidFill>
            <a:schemeClr val="accent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5" name="Google Shape;125;p13"/>
          <p:cNvSpPr/>
          <p:nvPr/>
        </p:nvSpPr>
        <p:spPr>
          <a:xfrm>
            <a:off x="6849720" y="732600"/>
            <a:ext cx="2293920" cy="4410360"/>
          </a:xfrm>
          <a:prstGeom prst="rect">
            <a:avLst/>
          </a:prstGeom>
          <a:solidFill>
            <a:schemeClr val="accent6"/>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6" name="Google Shape;126;p13"/>
          <p:cNvSpPr/>
          <p:nvPr/>
        </p:nvSpPr>
        <p:spPr>
          <a:xfrm>
            <a:off x="375480" y="4481280"/>
            <a:ext cx="675720" cy="151920"/>
          </a:xfrm>
          <a:prstGeom prst="rect">
            <a:avLst/>
          </a:prstGeom>
          <a:noFill/>
          <a:ln w="0">
            <a:noFill/>
          </a:ln>
        </p:spPr>
        <p:style>
          <a:lnRef idx="0"/>
          <a:fillRef idx="0"/>
          <a:effectRef idx="0"/>
          <a:fontRef idx="minor"/>
        </p:style>
        <p:txBody>
          <a:bodyPr lIns="0" tIns="0" bIns="0" anchor="b">
            <a:noAutofit/>
          </a:bodyPr>
          <a:p>
            <a:pPr>
              <a:lnSpc>
                <a:spcPct val="90000"/>
              </a:lnSpc>
              <a:tabLst>
                <a:tab algn="l" pos="0"/>
              </a:tabLst>
            </a:pPr>
            <a:r>
              <a:rPr b="0" lang="en" sz="3000" spc="-1" strike="noStrike">
                <a:solidFill>
                  <a:schemeClr val="lt1"/>
                </a:solidFill>
                <a:latin typeface="Newsreader"/>
                <a:ea typeface="Newsreader"/>
              </a:rPr>
              <a:t>01</a:t>
            </a:r>
            <a:endParaRPr b="0" lang="en-US" sz="3000" spc="-1" strike="noStrike">
              <a:solidFill>
                <a:srgbClr val="ffffff"/>
              </a:solidFill>
              <a:latin typeface="Arial"/>
            </a:endParaRPr>
          </a:p>
        </p:txBody>
      </p:sp>
      <p:sp>
        <p:nvSpPr>
          <p:cNvPr id="17" name="Google Shape;127;p13"/>
          <p:cNvSpPr/>
          <p:nvPr/>
        </p:nvSpPr>
        <p:spPr>
          <a:xfrm>
            <a:off x="2665080" y="4481280"/>
            <a:ext cx="675720" cy="151920"/>
          </a:xfrm>
          <a:prstGeom prst="rect">
            <a:avLst/>
          </a:prstGeom>
          <a:noFill/>
          <a:ln w="0">
            <a:noFill/>
          </a:ln>
        </p:spPr>
        <p:style>
          <a:lnRef idx="0"/>
          <a:fillRef idx="0"/>
          <a:effectRef idx="0"/>
          <a:fontRef idx="minor"/>
        </p:style>
        <p:txBody>
          <a:bodyPr lIns="0" tIns="0" bIns="0" anchor="b">
            <a:noAutofit/>
          </a:bodyPr>
          <a:p>
            <a:pPr>
              <a:lnSpc>
                <a:spcPct val="90000"/>
              </a:lnSpc>
              <a:tabLst>
                <a:tab algn="l" pos="0"/>
              </a:tabLst>
            </a:pPr>
            <a:r>
              <a:rPr b="0" lang="en" sz="3000" spc="-1" strike="noStrike">
                <a:solidFill>
                  <a:schemeClr val="dk1"/>
                </a:solidFill>
                <a:latin typeface="Newsreader"/>
                <a:ea typeface="Newsreader"/>
              </a:rPr>
              <a:t>02</a:t>
            </a:r>
            <a:endParaRPr b="0" lang="en-US" sz="3000" spc="-1" strike="noStrike">
              <a:solidFill>
                <a:srgbClr val="ffffff"/>
              </a:solidFill>
              <a:latin typeface="Arial"/>
            </a:endParaRPr>
          </a:p>
        </p:txBody>
      </p:sp>
      <p:sp>
        <p:nvSpPr>
          <p:cNvPr id="18" name="Google Shape;128;p13"/>
          <p:cNvSpPr/>
          <p:nvPr/>
        </p:nvSpPr>
        <p:spPr>
          <a:xfrm>
            <a:off x="4937760" y="4481280"/>
            <a:ext cx="675720" cy="151920"/>
          </a:xfrm>
          <a:prstGeom prst="rect">
            <a:avLst/>
          </a:prstGeom>
          <a:noFill/>
          <a:ln w="0">
            <a:noFill/>
          </a:ln>
        </p:spPr>
        <p:style>
          <a:lnRef idx="0"/>
          <a:fillRef idx="0"/>
          <a:effectRef idx="0"/>
          <a:fontRef idx="minor"/>
        </p:style>
        <p:txBody>
          <a:bodyPr lIns="0" tIns="0" bIns="0" anchor="b">
            <a:noAutofit/>
          </a:bodyPr>
          <a:p>
            <a:pPr>
              <a:lnSpc>
                <a:spcPct val="90000"/>
              </a:lnSpc>
              <a:tabLst>
                <a:tab algn="l" pos="0"/>
              </a:tabLst>
            </a:pPr>
            <a:r>
              <a:rPr b="0" lang="en" sz="3000" spc="-1" strike="noStrike">
                <a:solidFill>
                  <a:schemeClr val="lt1"/>
                </a:solidFill>
                <a:latin typeface="Newsreader"/>
                <a:ea typeface="Newsreader"/>
              </a:rPr>
              <a:t>03</a:t>
            </a:r>
            <a:endParaRPr b="0" lang="en-US" sz="3000" spc="-1" strike="noStrike">
              <a:solidFill>
                <a:srgbClr val="ffffff"/>
              </a:solidFill>
              <a:latin typeface="Arial"/>
            </a:endParaRPr>
          </a:p>
        </p:txBody>
      </p:sp>
      <p:sp>
        <p:nvSpPr>
          <p:cNvPr id="19" name="Google Shape;129;p13"/>
          <p:cNvSpPr/>
          <p:nvPr/>
        </p:nvSpPr>
        <p:spPr>
          <a:xfrm>
            <a:off x="7230600" y="4481280"/>
            <a:ext cx="675720" cy="151920"/>
          </a:xfrm>
          <a:prstGeom prst="rect">
            <a:avLst/>
          </a:prstGeom>
          <a:noFill/>
          <a:ln w="0">
            <a:noFill/>
          </a:ln>
        </p:spPr>
        <p:style>
          <a:lnRef idx="0"/>
          <a:fillRef idx="0"/>
          <a:effectRef idx="0"/>
          <a:fontRef idx="minor"/>
        </p:style>
        <p:txBody>
          <a:bodyPr lIns="0" tIns="0" bIns="0" anchor="b">
            <a:noAutofit/>
          </a:bodyPr>
          <a:p>
            <a:pPr>
              <a:lnSpc>
                <a:spcPct val="90000"/>
              </a:lnSpc>
              <a:tabLst>
                <a:tab algn="l" pos="0"/>
              </a:tabLst>
            </a:pPr>
            <a:r>
              <a:rPr b="0" lang="en" sz="3000" spc="-1" strike="noStrike">
                <a:solidFill>
                  <a:schemeClr val="lt1"/>
                </a:solidFill>
                <a:latin typeface="Newsreader"/>
                <a:ea typeface="Newsreader"/>
              </a:rPr>
              <a:t>04</a:t>
            </a:r>
            <a:endParaRPr b="0" lang="en-US" sz="3000" spc="-1" strike="noStrike">
              <a:solidFill>
                <a:srgbClr val="ffffff"/>
              </a:solidFill>
              <a:latin typeface="Arial"/>
            </a:endParaRPr>
          </a:p>
        </p:txBody>
      </p:sp>
      <p:sp>
        <p:nvSpPr>
          <p:cNvPr id="20" name="PlaceHolder 2"/>
          <p:cNvSpPr>
            <a:spLocks noGrp="1"/>
          </p:cNvSpPr>
          <p:nvPr>
            <p:ph type="title"/>
          </p:nvPr>
        </p:nvSpPr>
        <p:spPr>
          <a:xfrm>
            <a:off x="361800" y="988920"/>
            <a:ext cx="3231360" cy="76032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21" name="PlaceHolder 1"/>
          <p:cNvSpPr>
            <a:spLocks noGrp="1"/>
          </p:cNvSpPr>
          <p:nvPr>
            <p:ph type="sldNum" idx="4"/>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312D3CE8-5463-4195-8087-91EBAF4B7447}"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22" name="PlaceHolder 2"/>
          <p:cNvSpPr>
            <a:spLocks noGrp="1"/>
          </p:cNvSpPr>
          <p:nvPr>
            <p:ph type="title"/>
          </p:nvPr>
        </p:nvSpPr>
        <p:spPr>
          <a:xfrm>
            <a:off x="1453680" y="1325880"/>
            <a:ext cx="6236280" cy="2011320"/>
          </a:xfrm>
          <a:prstGeom prst="rect">
            <a:avLst/>
          </a:prstGeom>
          <a:noFill/>
          <a:ln w="0">
            <a:noFill/>
          </a:ln>
        </p:spPr>
        <p:txBody>
          <a:bodyPr lIns="0" rIns="0" tIns="0" bIns="0" anchor="t">
            <a:noAutofit/>
          </a:bodyPr>
          <a:p>
            <a:pPr indent="0">
              <a:buNone/>
            </a:pPr>
            <a:r>
              <a:rPr b="0" lang="en-US" sz="2500" spc="-1" strike="noStrike">
                <a:solidFill>
                  <a:srgbClr val="000000"/>
                </a:solidFill>
                <a:latin typeface="Arial"/>
              </a:rPr>
              <a:t>Click to edit the title text format</a:t>
            </a:r>
            <a:endParaRPr b="0" lang="en-US" sz="2500" spc="-1" strike="noStrike">
              <a:solidFill>
                <a:srgbClr val="000000"/>
              </a:solidFill>
              <a:latin typeface="Arial"/>
            </a:endParaRPr>
          </a:p>
        </p:txBody>
      </p:sp>
      <p:sp>
        <p:nvSpPr>
          <p:cNvPr id="23" name="PlaceHolder 3"/>
          <p:cNvSpPr>
            <a:spLocks noGrp="1"/>
          </p:cNvSpPr>
          <p:nvPr>
            <p:ph type="body"/>
          </p:nvPr>
        </p:nvSpPr>
        <p:spPr>
          <a:xfrm>
            <a:off x="1442520" y="3492360"/>
            <a:ext cx="408600" cy="40860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sldNum" idx="5"/>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33593D30-59A0-4795-8687-A90116CF08DD}"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25" name="PlaceHolder 2"/>
          <p:cNvSpPr>
            <a:spLocks noGrp="1"/>
          </p:cNvSpPr>
          <p:nvPr>
            <p:ph type="title"/>
          </p:nvPr>
        </p:nvSpPr>
        <p:spPr>
          <a:xfrm>
            <a:off x="1453680" y="1325880"/>
            <a:ext cx="6236280" cy="2011320"/>
          </a:xfrm>
          <a:prstGeom prst="rect">
            <a:avLst/>
          </a:prstGeom>
          <a:noFill/>
          <a:ln w="0">
            <a:noFill/>
          </a:ln>
        </p:spPr>
        <p:txBody>
          <a:bodyPr lIns="0" rIns="0" tIns="0" bIns="0" anchor="t">
            <a:noAutofit/>
          </a:bodyPr>
          <a:p>
            <a:pPr indent="0">
              <a:buNone/>
            </a:pPr>
            <a:r>
              <a:rPr b="0" lang="en-US" sz="2500" spc="-1" strike="noStrike">
                <a:solidFill>
                  <a:srgbClr val="000000"/>
                </a:solidFill>
                <a:latin typeface="Arial"/>
              </a:rPr>
              <a:t>Click to edit the title text format</a:t>
            </a:r>
            <a:endParaRPr b="0" lang="en-US" sz="2500" spc="-1" strike="noStrike">
              <a:solidFill>
                <a:srgbClr val="000000"/>
              </a:solidFill>
              <a:latin typeface="Arial"/>
            </a:endParaRPr>
          </a:p>
        </p:txBody>
      </p:sp>
      <p:sp>
        <p:nvSpPr>
          <p:cNvPr id="26" name="PlaceHolder 3"/>
          <p:cNvSpPr>
            <a:spLocks noGrp="1"/>
          </p:cNvSpPr>
          <p:nvPr>
            <p:ph type="body"/>
          </p:nvPr>
        </p:nvSpPr>
        <p:spPr>
          <a:xfrm>
            <a:off x="1442520" y="3492360"/>
            <a:ext cx="408600" cy="408600"/>
          </a:xfrm>
          <a:prstGeom prst="rect">
            <a:avLst/>
          </a:prstGeom>
          <a:noFill/>
          <a:ln w="0">
            <a:noFill/>
          </a:ln>
        </p:spPr>
        <p:txBody>
          <a:bodyPr lIns="90000" rIns="90000" tIns="45000" bIns="45000" anchor="t">
            <a:normAutofit fontScale="6111" lnSpcReduction="20000"/>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361800" y="988560"/>
            <a:ext cx="3859920" cy="85896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
        <p:nvSpPr>
          <p:cNvPr id="28" name="PlaceHolder 2"/>
          <p:cNvSpPr>
            <a:spLocks noGrp="1"/>
          </p:cNvSpPr>
          <p:nvPr>
            <p:ph type="body"/>
          </p:nvPr>
        </p:nvSpPr>
        <p:spPr>
          <a:xfrm>
            <a:off x="361800" y="3256560"/>
            <a:ext cx="3859920" cy="1327320"/>
          </a:xfrm>
          <a:prstGeom prst="rect">
            <a:avLst/>
          </a:prstGeom>
          <a:noFill/>
          <a:ln w="0">
            <a:noFill/>
          </a:ln>
        </p:spPr>
        <p:txBody>
          <a:bodyPr lIns="0" rIns="0" tIns="0" bIns="0" anchor="b">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9" name="PlaceHolder 3"/>
          <p:cNvSpPr>
            <a:spLocks noGrp="1"/>
          </p:cNvSpPr>
          <p:nvPr>
            <p:ph type="title"/>
          </p:nvPr>
        </p:nvSpPr>
        <p:spPr>
          <a:xfrm>
            <a:off x="4800960" y="258120"/>
            <a:ext cx="1761840" cy="3200760"/>
          </a:xfrm>
          <a:prstGeom prst="rect">
            <a:avLst/>
          </a:prstGeom>
          <a:noFill/>
          <a:ln w="0">
            <a:noFill/>
          </a:ln>
        </p:spPr>
        <p:txBody>
          <a:bodyPr lIns="0" rIns="0" tIns="0" bIns="0" anchor="t">
            <a:no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30" name="PlaceHolder 4"/>
          <p:cNvSpPr>
            <a:spLocks noGrp="1"/>
          </p:cNvSpPr>
          <p:nvPr>
            <p:ph type="title"/>
          </p:nvPr>
        </p:nvSpPr>
        <p:spPr>
          <a:xfrm>
            <a:off x="7094880" y="258120"/>
            <a:ext cx="1761840" cy="3200760"/>
          </a:xfrm>
          <a:prstGeom prst="rect">
            <a:avLst/>
          </a:prstGeom>
          <a:noFill/>
          <a:ln w="0">
            <a:noFill/>
          </a:ln>
        </p:spPr>
        <p:txBody>
          <a:bodyPr lIns="0" rIns="0" tIns="0" bIns="0" anchor="t">
            <a:no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31" name="PlaceHolder 5"/>
          <p:cNvSpPr>
            <a:spLocks noGrp="1"/>
          </p:cNvSpPr>
          <p:nvPr>
            <p:ph type="title"/>
          </p:nvPr>
        </p:nvSpPr>
        <p:spPr>
          <a:xfrm>
            <a:off x="4800960" y="1698120"/>
            <a:ext cx="1761840" cy="3200760"/>
          </a:xfrm>
          <a:prstGeom prst="rect">
            <a:avLst/>
          </a:prstGeom>
          <a:noFill/>
          <a:ln w="0">
            <a:noFill/>
          </a:ln>
        </p:spPr>
        <p:txBody>
          <a:bodyPr lIns="0" rIns="0" tIns="0" bIns="0" anchor="t">
            <a:no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32" name="PlaceHolder 6"/>
          <p:cNvSpPr>
            <a:spLocks noGrp="1"/>
          </p:cNvSpPr>
          <p:nvPr>
            <p:ph type="body"/>
          </p:nvPr>
        </p:nvSpPr>
        <p:spPr>
          <a:xfrm>
            <a:off x="4800960" y="4122360"/>
            <a:ext cx="3975480" cy="461520"/>
          </a:xfrm>
          <a:prstGeom prst="rect">
            <a:avLst/>
          </a:prstGeom>
          <a:noFill/>
          <a:ln w="0">
            <a:noFill/>
          </a:ln>
        </p:spPr>
        <p:txBody>
          <a:bodyPr lIns="0" rIns="0" tIns="0" bIns="0" anchor="b">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33" name="PlaceHolder 7"/>
          <p:cNvSpPr>
            <a:spLocks noGrp="1"/>
          </p:cNvSpPr>
          <p:nvPr>
            <p:ph type="title"/>
          </p:nvPr>
        </p:nvSpPr>
        <p:spPr>
          <a:xfrm>
            <a:off x="4800960" y="3215160"/>
            <a:ext cx="3975480" cy="798480"/>
          </a:xfrm>
          <a:prstGeom prst="rect">
            <a:avLst/>
          </a:prstGeom>
          <a:noFill/>
          <a:ln w="0">
            <a:noFill/>
          </a:ln>
        </p:spPr>
        <p:txBody>
          <a:bodyPr lIns="0" rIns="0" tIns="0" bIns="0" anchor="t">
            <a:noAutofit/>
          </a:bodyPr>
          <a:p>
            <a:pPr indent="0">
              <a:buNone/>
            </a:pPr>
            <a:r>
              <a:rPr b="0" lang="en-US" sz="6200" spc="-1" strike="noStrike">
                <a:solidFill>
                  <a:srgbClr val="000000"/>
                </a:solidFill>
                <a:latin typeface="Arial"/>
              </a:rPr>
              <a:t>Click to edit the title text format</a:t>
            </a:r>
            <a:endParaRPr b="0" lang="en-US" sz="6200" spc="-1" strike="noStrike">
              <a:solidFill>
                <a:srgbClr val="000000"/>
              </a:solidFill>
              <a:latin typeface="Arial"/>
            </a:endParaRPr>
          </a:p>
        </p:txBody>
      </p:sp>
      <p:sp>
        <p:nvSpPr>
          <p:cNvPr id="34" name="PlaceHolder 8"/>
          <p:cNvSpPr>
            <a:spLocks noGrp="1"/>
          </p:cNvSpPr>
          <p:nvPr>
            <p:ph type="body"/>
          </p:nvPr>
        </p:nvSpPr>
        <p:spPr>
          <a:xfrm>
            <a:off x="4800960" y="2268720"/>
            <a:ext cx="1761840" cy="461520"/>
          </a:xfrm>
          <a:prstGeom prst="rect">
            <a:avLst/>
          </a:prstGeom>
          <a:noFill/>
          <a:ln w="0">
            <a:noFill/>
          </a:ln>
        </p:spPr>
        <p:txBody>
          <a:bodyPr lIns="0" rIns="0" tIns="0" bIns="0" anchor="b">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35" name="PlaceHolder 9"/>
          <p:cNvSpPr>
            <a:spLocks noGrp="1"/>
          </p:cNvSpPr>
          <p:nvPr>
            <p:ph type="body"/>
          </p:nvPr>
        </p:nvSpPr>
        <p:spPr>
          <a:xfrm>
            <a:off x="7115760" y="2268720"/>
            <a:ext cx="1761840" cy="461520"/>
          </a:xfrm>
          <a:prstGeom prst="rect">
            <a:avLst/>
          </a:prstGeom>
          <a:noFill/>
          <a:ln w="0">
            <a:noFill/>
          </a:ln>
        </p:spPr>
        <p:txBody>
          <a:bodyPr lIns="0" rIns="0" tIns="0" bIns="0" anchor="b">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36" name="PlaceHolder 10"/>
          <p:cNvSpPr>
            <a:spLocks noGrp="1"/>
          </p:cNvSpPr>
          <p:nvPr>
            <p:ph type="body"/>
          </p:nvPr>
        </p:nvSpPr>
        <p:spPr>
          <a:xfrm>
            <a:off x="4800960" y="860040"/>
            <a:ext cx="1761840" cy="461520"/>
          </a:xfrm>
          <a:prstGeom prst="rect">
            <a:avLst/>
          </a:prstGeom>
          <a:noFill/>
          <a:ln w="0">
            <a:noFill/>
          </a:ln>
        </p:spPr>
        <p:txBody>
          <a:bodyPr lIns="0" rIns="0" tIns="0" bIns="0" anchor="b">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361800" y="988560"/>
            <a:ext cx="3859920" cy="85896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
        <p:nvSpPr>
          <p:cNvPr id="38" name="PlaceHolder 2"/>
          <p:cNvSpPr>
            <a:spLocks noGrp="1"/>
          </p:cNvSpPr>
          <p:nvPr>
            <p:ph type="body"/>
          </p:nvPr>
        </p:nvSpPr>
        <p:spPr>
          <a:xfrm>
            <a:off x="4800960" y="3665520"/>
            <a:ext cx="3975480" cy="111384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39" name="PlaceHolder 3"/>
          <p:cNvSpPr>
            <a:spLocks noGrp="1"/>
          </p:cNvSpPr>
          <p:nvPr>
            <p:ph type="body"/>
          </p:nvPr>
        </p:nvSpPr>
        <p:spPr>
          <a:xfrm>
            <a:off x="2611800" y="3665520"/>
            <a:ext cx="1627200" cy="111384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40" name="PlaceHolder 4"/>
          <p:cNvSpPr>
            <a:spLocks noGrp="1"/>
          </p:cNvSpPr>
          <p:nvPr>
            <p:ph type="body"/>
          </p:nvPr>
        </p:nvSpPr>
        <p:spPr>
          <a:xfrm>
            <a:off x="361800" y="3665520"/>
            <a:ext cx="1627200" cy="111384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41" name="PlaceHolder 5"/>
          <p:cNvSpPr>
            <a:spLocks noGrp="1"/>
          </p:cNvSpPr>
          <p:nvPr>
            <p:ph type="body"/>
          </p:nvPr>
        </p:nvSpPr>
        <p:spPr>
          <a:xfrm>
            <a:off x="4900680" y="1196280"/>
            <a:ext cx="1627200" cy="138492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42" name="PlaceHolder 6"/>
          <p:cNvSpPr>
            <a:spLocks noGrp="1"/>
          </p:cNvSpPr>
          <p:nvPr>
            <p:ph type="body"/>
          </p:nvPr>
        </p:nvSpPr>
        <p:spPr>
          <a:xfrm>
            <a:off x="7149240" y="1196280"/>
            <a:ext cx="1627200" cy="138492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43" name="PlaceHolder 7"/>
          <p:cNvSpPr>
            <a:spLocks noGrp="1"/>
          </p:cNvSpPr>
          <p:nvPr>
            <p:ph type="sldNum" idx="6"/>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A9FDBB36-8A47-46ED-901A-7B95F995AC3B}" type="slidenum">
              <a:rPr b="0" lang="en" sz="700" spc="-1" strike="noStrike">
                <a:solidFill>
                  <a:schemeClr val="lt1"/>
                </a:solidFill>
                <a:latin typeface="DM Sans"/>
                <a:ea typeface="DM Sans"/>
              </a:rPr>
              <a:t>&lt;number&gt;</a:t>
            </a:fld>
            <a:endParaRPr b="0" lang="en-US" sz="7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sldNum" idx="7"/>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2A1FD7F8-97D0-49F1-BC05-8FA7E6BA8FE3}" type="slidenum">
              <a:rPr b="0" lang="en" sz="700" spc="-1" strike="noStrike">
                <a:solidFill>
                  <a:schemeClr val="lt1"/>
                </a:solidFill>
                <a:latin typeface="DM Sans"/>
                <a:ea typeface="DM Sans"/>
              </a:rPr>
              <a:t>&lt;number&gt;</a:t>
            </a:fld>
            <a:endParaRPr b="0" lang="en-US" sz="700" spc="-1" strike="noStrike">
              <a:solidFill>
                <a:srgbClr val="ffffff"/>
              </a:solidFill>
              <a:latin typeface="Times New Roman"/>
            </a:endParaRPr>
          </a:p>
        </p:txBody>
      </p:sp>
      <p:sp>
        <p:nvSpPr>
          <p:cNvPr id="45" name="PlaceHolder 2"/>
          <p:cNvSpPr>
            <a:spLocks noGrp="1"/>
          </p:cNvSpPr>
          <p:nvPr>
            <p:ph type="title"/>
          </p:nvPr>
        </p:nvSpPr>
        <p:spPr>
          <a:xfrm>
            <a:off x="5796720" y="2351160"/>
            <a:ext cx="9894960" cy="1889640"/>
          </a:xfrm>
          <a:prstGeom prst="rect">
            <a:avLst/>
          </a:prstGeom>
          <a:noFill/>
          <a:ln w="0">
            <a:noFill/>
          </a:ln>
        </p:spPr>
        <p:txBody>
          <a:bodyPr lIns="0" rIns="0" tIns="0" bIns="0" anchor="t">
            <a:noAutofit/>
          </a:bodyPr>
          <a:p>
            <a:pPr indent="0">
              <a:buNone/>
            </a:pPr>
            <a:r>
              <a:rPr b="0" lang="en-US" sz="6200" spc="-1" strike="noStrike">
                <a:solidFill>
                  <a:srgbClr val="000000"/>
                </a:solidFill>
                <a:latin typeface="Arial"/>
              </a:rPr>
              <a:t>Click to edit the title text format</a:t>
            </a:r>
            <a:endParaRPr b="0" lang="en-US" sz="6200" spc="-1" strike="noStrike">
              <a:solidFill>
                <a:srgbClr val="000000"/>
              </a:solidFill>
              <a:latin typeface="Arial"/>
            </a:endParaRPr>
          </a:p>
        </p:txBody>
      </p:sp>
      <p:sp>
        <p:nvSpPr>
          <p:cNvPr id="46" name="PlaceHolder 3"/>
          <p:cNvSpPr>
            <a:spLocks noGrp="1"/>
          </p:cNvSpPr>
          <p:nvPr>
            <p:ph type="title"/>
          </p:nvPr>
        </p:nvSpPr>
        <p:spPr>
          <a:xfrm>
            <a:off x="5796720" y="507600"/>
            <a:ext cx="9894960" cy="1889640"/>
          </a:xfrm>
          <a:prstGeom prst="rect">
            <a:avLst/>
          </a:prstGeom>
          <a:noFill/>
          <a:ln w="0">
            <a:noFill/>
          </a:ln>
        </p:spPr>
        <p:txBody>
          <a:bodyPr lIns="0" rIns="0" tIns="0" bIns="0" anchor="t">
            <a:noAutofit/>
          </a:bodyPr>
          <a:p>
            <a:pPr indent="0">
              <a:buNone/>
            </a:pPr>
            <a:r>
              <a:rPr b="0" lang="en-US" sz="6200" spc="-1" strike="noStrike">
                <a:solidFill>
                  <a:srgbClr val="000000"/>
                </a:solidFill>
                <a:latin typeface="Arial"/>
              </a:rPr>
              <a:t>Click to edit the title text format</a:t>
            </a:r>
            <a:endParaRPr b="0" lang="en-US" sz="6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47" name="PlaceHolder 1"/>
          <p:cNvSpPr>
            <a:spLocks noGrp="1"/>
          </p:cNvSpPr>
          <p:nvPr>
            <p:ph type="sldNum" idx="8"/>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2F64A4FC-B34A-45FA-82FE-2C8159135BDF}"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48" name="PlaceHolder 2"/>
          <p:cNvSpPr>
            <a:spLocks noGrp="1"/>
          </p:cNvSpPr>
          <p:nvPr>
            <p:ph type="title"/>
          </p:nvPr>
        </p:nvSpPr>
        <p:spPr>
          <a:xfrm>
            <a:off x="361800" y="988560"/>
            <a:ext cx="5018040" cy="85896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49" name="PlaceHolder 1"/>
          <p:cNvSpPr>
            <a:spLocks noGrp="1"/>
          </p:cNvSpPr>
          <p:nvPr>
            <p:ph type="body"/>
          </p:nvPr>
        </p:nvSpPr>
        <p:spPr>
          <a:xfrm>
            <a:off x="6289200" y="1793160"/>
            <a:ext cx="2853000" cy="3350160"/>
          </a:xfrm>
          <a:prstGeom prst="rect">
            <a:avLst/>
          </a:prstGeom>
          <a:noFill/>
          <a:ln w="0">
            <a:noFill/>
          </a:ln>
        </p:spPr>
        <p:txBody>
          <a:bodyPr lIns="90000" rIns="90000" tIns="45000" bIns="45000" anchor="t">
            <a:normAutofit fontScale="31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 name="Google Shape;197;p20"/>
          <p:cNvSpPr/>
          <p:nvPr/>
        </p:nvSpPr>
        <p:spPr>
          <a:xfrm>
            <a:off x="6289200" y="0"/>
            <a:ext cx="2853000" cy="1792800"/>
          </a:xfrm>
          <a:prstGeom prst="roundRect">
            <a:avLst>
              <a:gd name="adj" fmla="val 0"/>
            </a:avLst>
          </a:prstGeom>
          <a:solidFill>
            <a:schemeClr val="accent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51" name="PlaceHolder 2"/>
          <p:cNvSpPr>
            <a:spLocks noGrp="1"/>
          </p:cNvSpPr>
          <p:nvPr>
            <p:ph type="title"/>
          </p:nvPr>
        </p:nvSpPr>
        <p:spPr>
          <a:xfrm>
            <a:off x="361800" y="988560"/>
            <a:ext cx="5356440" cy="225504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
        <p:nvSpPr>
          <p:cNvPr id="52" name="PlaceHolder 3"/>
          <p:cNvSpPr>
            <a:spLocks noGrp="1"/>
          </p:cNvSpPr>
          <p:nvPr>
            <p:ph type="body"/>
          </p:nvPr>
        </p:nvSpPr>
        <p:spPr>
          <a:xfrm>
            <a:off x="361800" y="3541680"/>
            <a:ext cx="3776760" cy="1044000"/>
          </a:xfrm>
          <a:prstGeom prst="rect">
            <a:avLst/>
          </a:prstGeom>
          <a:noFill/>
          <a:ln w="0">
            <a:noFill/>
          </a:ln>
        </p:spPr>
        <p:txBody>
          <a:bodyPr lIns="0" rIns="0" tIns="0" bIns="0" anchor="b">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53" name="PlaceHolder 4"/>
          <p:cNvSpPr>
            <a:spLocks noGrp="1"/>
          </p:cNvSpPr>
          <p:nvPr>
            <p:ph type="sldNum" idx="9"/>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B0FAB08F-5589-4079-AA2E-64D0D9E8AA95}"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361800" y="957240"/>
            <a:ext cx="5627160" cy="587520"/>
          </a:xfrm>
          <a:prstGeom prst="rect">
            <a:avLst/>
          </a:prstGeom>
          <a:noFill/>
          <a:ln w="0">
            <a:noFill/>
          </a:ln>
        </p:spPr>
        <p:txBody>
          <a:bodyPr lIns="0" rIns="0" tIns="0" bIns="0" anchor="t">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55" name="PlaceHolder 2"/>
          <p:cNvSpPr>
            <a:spLocks noGrp="1"/>
          </p:cNvSpPr>
          <p:nvPr>
            <p:ph type="sldNum" idx="10"/>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34A00877-B651-477F-B7FD-554E16BCF17D}"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56" name="PlaceHolder 1"/>
          <p:cNvSpPr>
            <a:spLocks noGrp="1"/>
          </p:cNvSpPr>
          <p:nvPr>
            <p:ph type="sldNum" idx="11"/>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2D36F9A0-6759-4669-B90C-9856D02BA0BF}"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57" name="PlaceHolder 2"/>
          <p:cNvSpPr>
            <a:spLocks noGrp="1"/>
          </p:cNvSpPr>
          <p:nvPr>
            <p:ph type="body"/>
          </p:nvPr>
        </p:nvSpPr>
        <p:spPr>
          <a:xfrm>
            <a:off x="1957680" y="4195440"/>
            <a:ext cx="5227920" cy="390240"/>
          </a:xfrm>
          <a:prstGeom prst="rect">
            <a:avLst/>
          </a:prstGeom>
          <a:noFill/>
          <a:ln w="0">
            <a:noFill/>
          </a:ln>
        </p:spPr>
        <p:txBody>
          <a:bodyPr lIns="0" rIns="0" tIns="0" bIns="0" anchor="b">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58" name="PlaceHolder 3"/>
          <p:cNvSpPr>
            <a:spLocks noGrp="1"/>
          </p:cNvSpPr>
          <p:nvPr>
            <p:ph type="title"/>
          </p:nvPr>
        </p:nvSpPr>
        <p:spPr>
          <a:xfrm>
            <a:off x="719280" y="988560"/>
            <a:ext cx="7704720" cy="85896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
        <p:nvSpPr>
          <p:cNvPr id="59" name="PlaceHolder 4"/>
          <p:cNvSpPr>
            <a:spLocks noGrp="1"/>
          </p:cNvSpPr>
          <p:nvPr>
            <p:ph type="body"/>
          </p:nvPr>
        </p:nvSpPr>
        <p:spPr>
          <a:xfrm>
            <a:off x="3982680" y="2427840"/>
            <a:ext cx="1179360" cy="141696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60" name="PlaceHolder 1"/>
          <p:cNvSpPr>
            <a:spLocks noGrp="1"/>
          </p:cNvSpPr>
          <p:nvPr>
            <p:ph type="sldNum" idx="12"/>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07A55814-127E-4923-BDD0-5406623ED774}"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61" name="PlaceHolder 2"/>
          <p:cNvSpPr>
            <a:spLocks noGrp="1"/>
          </p:cNvSpPr>
          <p:nvPr>
            <p:ph type="title"/>
          </p:nvPr>
        </p:nvSpPr>
        <p:spPr>
          <a:xfrm>
            <a:off x="3154680" y="1801440"/>
            <a:ext cx="5621760" cy="2831760"/>
          </a:xfrm>
          <a:prstGeom prst="rect">
            <a:avLst/>
          </a:prstGeom>
          <a:noFill/>
          <a:ln w="0">
            <a:noFill/>
          </a:ln>
        </p:spPr>
        <p:txBody>
          <a:bodyPr lIns="0" rIns="0" tIns="0" bIns="0" anchor="b">
            <a:noAutofit/>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62" name="PlaceHolder 3"/>
          <p:cNvSpPr>
            <a:spLocks noGrp="1"/>
          </p:cNvSpPr>
          <p:nvPr>
            <p:ph type="body"/>
          </p:nvPr>
        </p:nvSpPr>
        <p:spPr>
          <a:xfrm>
            <a:off x="361800" y="1065960"/>
            <a:ext cx="1967400" cy="131112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PlaceHolder 1"/>
          <p:cNvSpPr>
            <a:spLocks noGrp="1"/>
          </p:cNvSpPr>
          <p:nvPr>
            <p:ph type="body"/>
          </p:nvPr>
        </p:nvSpPr>
        <p:spPr>
          <a:xfrm>
            <a:off x="361800" y="781920"/>
            <a:ext cx="2872440" cy="3782880"/>
          </a:xfrm>
          <a:prstGeom prst="rect">
            <a:avLst/>
          </a:prstGeom>
          <a:noFill/>
          <a:ln w="0">
            <a:noFill/>
          </a:ln>
        </p:spPr>
        <p:txBody>
          <a:bodyPr lIns="90000" rIns="90000" tIns="45000" bIns="45000" anchor="t">
            <a:normAutofit fontScale="37222" lnSpcReduction="10000"/>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 name="PlaceHolder 2"/>
          <p:cNvSpPr>
            <a:spLocks noGrp="1"/>
          </p:cNvSpPr>
          <p:nvPr>
            <p:ph type="sldNum" idx="13"/>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626A44FC-7F03-45B1-A539-835D7AB8865D}"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65" name="PlaceHolder 3"/>
          <p:cNvSpPr>
            <a:spLocks noGrp="1"/>
          </p:cNvSpPr>
          <p:nvPr>
            <p:ph type="title"/>
          </p:nvPr>
        </p:nvSpPr>
        <p:spPr>
          <a:xfrm>
            <a:off x="3657600" y="1555560"/>
            <a:ext cx="5621760" cy="1750320"/>
          </a:xfrm>
          <a:prstGeom prst="rect">
            <a:avLst/>
          </a:prstGeom>
          <a:noFill/>
          <a:ln w="0">
            <a:noFill/>
          </a:ln>
        </p:spPr>
        <p:txBody>
          <a:bodyPr lIns="0" rIns="0" tIns="0" bIns="0" anchor="b">
            <a:noAutofit/>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66" name="PlaceHolder 4"/>
          <p:cNvSpPr>
            <a:spLocks noGrp="1"/>
          </p:cNvSpPr>
          <p:nvPr>
            <p:ph type="body"/>
          </p:nvPr>
        </p:nvSpPr>
        <p:spPr>
          <a:xfrm>
            <a:off x="3657600" y="1602000"/>
            <a:ext cx="3553920" cy="2983320"/>
          </a:xfrm>
          <a:prstGeom prst="rect">
            <a:avLst/>
          </a:prstGeom>
          <a:noFill/>
          <a:ln w="0">
            <a:noFill/>
          </a:ln>
        </p:spPr>
        <p:txBody>
          <a:bodyPr lIns="0" rIns="0" tIns="0" bIns="0" anchor="b">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67" name="Google Shape;223;p24" descr="The reflective glass facade of a skyscraper. "/>
          <p:cNvPicPr/>
          <p:nvPr/>
        </p:nvPicPr>
        <p:blipFill>
          <a:blip r:embed="rId2">
            <a:alphaModFix amt="14000"/>
          </a:blip>
          <a:srcRect l="0" t="0" r="0" b="15603"/>
          <a:stretch/>
        </p:blipFill>
        <p:spPr>
          <a:xfrm>
            <a:off x="0" y="-8280"/>
            <a:ext cx="9143640" cy="5143320"/>
          </a:xfrm>
          <a:prstGeom prst="rect">
            <a:avLst/>
          </a:prstGeom>
          <a:ln w="0">
            <a:noFill/>
          </a:ln>
        </p:spPr>
      </p:pic>
      <p:sp>
        <p:nvSpPr>
          <p:cNvPr id="68" name="PlaceHolder 1"/>
          <p:cNvSpPr>
            <a:spLocks noGrp="1"/>
          </p:cNvSpPr>
          <p:nvPr>
            <p:ph type="sldNum" idx="14"/>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C3F68576-9443-4A23-9E26-9C8F462DE6B8}"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69" name="PlaceHolder 2"/>
          <p:cNvSpPr>
            <a:spLocks noGrp="1"/>
          </p:cNvSpPr>
          <p:nvPr>
            <p:ph type="body"/>
          </p:nvPr>
        </p:nvSpPr>
        <p:spPr>
          <a:xfrm>
            <a:off x="1957680" y="4195440"/>
            <a:ext cx="5227920" cy="390240"/>
          </a:xfrm>
          <a:prstGeom prst="rect">
            <a:avLst/>
          </a:prstGeom>
          <a:noFill/>
          <a:ln w="0">
            <a:noFill/>
          </a:ln>
        </p:spPr>
        <p:txBody>
          <a:bodyPr lIns="0" rIns="0" tIns="0" bIns="0" anchor="b">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70" name="PlaceHolder 3"/>
          <p:cNvSpPr>
            <a:spLocks noGrp="1"/>
          </p:cNvSpPr>
          <p:nvPr>
            <p:ph type="title"/>
          </p:nvPr>
        </p:nvSpPr>
        <p:spPr>
          <a:xfrm>
            <a:off x="719280" y="988560"/>
            <a:ext cx="7704720" cy="858960"/>
          </a:xfrm>
          <a:prstGeom prst="rect">
            <a:avLst/>
          </a:prstGeom>
          <a:noFill/>
          <a:ln w="0">
            <a:noFill/>
          </a:ln>
        </p:spPr>
        <p:txBody>
          <a:bodyPr lIns="0" rIns="0" tIns="0" bIns="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71" name="PlaceHolder 4"/>
          <p:cNvSpPr>
            <a:spLocks noGrp="1"/>
          </p:cNvSpPr>
          <p:nvPr>
            <p:ph type="body"/>
          </p:nvPr>
        </p:nvSpPr>
        <p:spPr>
          <a:xfrm>
            <a:off x="3588120" y="2027160"/>
            <a:ext cx="1967400" cy="131112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pic>
        <p:nvPicPr>
          <p:cNvPr id="72" name="Google Shape;231;p25" descr="A modern glass skyscraper. "/>
          <p:cNvPicPr/>
          <p:nvPr/>
        </p:nvPicPr>
        <p:blipFill>
          <a:blip r:embed="rId2">
            <a:alphaModFix amt="14000"/>
          </a:blip>
          <a:srcRect l="0" t="0" r="0" b="15603"/>
          <a:stretch/>
        </p:blipFill>
        <p:spPr>
          <a:xfrm>
            <a:off x="0" y="-8280"/>
            <a:ext cx="9143640" cy="5143320"/>
          </a:xfrm>
          <a:prstGeom prst="rect">
            <a:avLst/>
          </a:prstGeom>
          <a:ln w="0">
            <a:noFill/>
          </a:ln>
        </p:spPr>
      </p:pic>
      <p:sp>
        <p:nvSpPr>
          <p:cNvPr id="73" name="PlaceHolder 1"/>
          <p:cNvSpPr>
            <a:spLocks noGrp="1"/>
          </p:cNvSpPr>
          <p:nvPr>
            <p:ph type="sldNum" idx="15"/>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ECA7FF1B-7350-43B1-8994-A21CB32FDD7F}"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74" name="PlaceHolder 2"/>
          <p:cNvSpPr>
            <a:spLocks noGrp="1"/>
          </p:cNvSpPr>
          <p:nvPr>
            <p:ph type="title"/>
          </p:nvPr>
        </p:nvSpPr>
        <p:spPr>
          <a:xfrm>
            <a:off x="1128960" y="1430280"/>
            <a:ext cx="6885720" cy="2282400"/>
          </a:xfrm>
          <a:prstGeom prst="rect">
            <a:avLst/>
          </a:prstGeom>
          <a:noFill/>
          <a:ln w="0">
            <a:noFill/>
          </a:ln>
        </p:spPr>
        <p:txBody>
          <a:bodyPr lIns="0" rIns="0" tIns="0" bIns="0" anchor="ctr">
            <a:noAutofit/>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75"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76" name="Google Shape;237;p26"/>
          <p:cNvCxnSpPr/>
          <p:nvPr/>
        </p:nvCxnSpPr>
        <p:spPr>
          <a:xfrm>
            <a:off x="6095880" y="1794600"/>
            <a:ext cx="360" cy="2755440"/>
          </a:xfrm>
          <a:prstGeom prst="straightConnector1">
            <a:avLst/>
          </a:prstGeom>
          <a:ln w="19050">
            <a:solidFill>
              <a:srgbClr val="183c40"/>
            </a:solidFill>
            <a:round/>
          </a:ln>
        </p:spPr>
      </p:cxnSp>
      <p:cxnSp>
        <p:nvCxnSpPr>
          <p:cNvPr id="77" name="Google Shape;238;p26"/>
          <p:cNvCxnSpPr/>
          <p:nvPr/>
        </p:nvCxnSpPr>
        <p:spPr>
          <a:xfrm>
            <a:off x="3047760" y="1794600"/>
            <a:ext cx="360" cy="2755440"/>
          </a:xfrm>
          <a:prstGeom prst="straightConnector1">
            <a:avLst/>
          </a:prstGeom>
          <a:ln w="19050">
            <a:solidFill>
              <a:srgbClr val="183c40"/>
            </a:solidFill>
            <a:round/>
          </a:ln>
        </p:spPr>
      </p:cxnSp>
      <p:cxnSp>
        <p:nvCxnSpPr>
          <p:cNvPr id="78" name="Google Shape;239;p26"/>
          <p:cNvCxnSpPr/>
          <p:nvPr/>
        </p:nvCxnSpPr>
        <p:spPr>
          <a:xfrm>
            <a:off x="0" y="3174120"/>
            <a:ext cx="9144360" cy="360"/>
          </a:xfrm>
          <a:prstGeom prst="straightConnector1">
            <a:avLst/>
          </a:prstGeom>
          <a:ln w="19050">
            <a:solidFill>
              <a:srgbClr val="183c40"/>
            </a:solidFill>
            <a:round/>
          </a:ln>
        </p:spPr>
      </p:cxnSp>
      <p:sp>
        <p:nvSpPr>
          <p:cNvPr id="79" name="PlaceHolder 1"/>
          <p:cNvSpPr>
            <a:spLocks noGrp="1"/>
          </p:cNvSpPr>
          <p:nvPr>
            <p:ph type="sldNum" idx="16"/>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5CFB12AA-164C-4BD9-8DCC-AEB814B998D8}"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80" name="PlaceHolder 2"/>
          <p:cNvSpPr>
            <a:spLocks noGrp="1"/>
          </p:cNvSpPr>
          <p:nvPr>
            <p:ph type="title"/>
          </p:nvPr>
        </p:nvSpPr>
        <p:spPr>
          <a:xfrm>
            <a:off x="361800" y="961920"/>
            <a:ext cx="5718240" cy="1097640"/>
          </a:xfrm>
          <a:prstGeom prst="rect">
            <a:avLst/>
          </a:prstGeom>
          <a:noFill/>
          <a:ln w="0">
            <a:noFill/>
          </a:ln>
        </p:spPr>
        <p:txBody>
          <a:bodyPr lIns="0" rIns="0" tIns="0" bIns="0" anchor="t">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81" name="PlaceHolder 1"/>
          <p:cNvSpPr>
            <a:spLocks noGrp="1"/>
          </p:cNvSpPr>
          <p:nvPr>
            <p:ph type="body"/>
          </p:nvPr>
        </p:nvSpPr>
        <p:spPr>
          <a:xfrm>
            <a:off x="743040" y="2381760"/>
            <a:ext cx="3212640" cy="4615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82" name="PlaceHolder 2"/>
          <p:cNvSpPr>
            <a:spLocks noGrp="1"/>
          </p:cNvSpPr>
          <p:nvPr>
            <p:ph type="body"/>
          </p:nvPr>
        </p:nvSpPr>
        <p:spPr>
          <a:xfrm>
            <a:off x="5402520" y="0"/>
            <a:ext cx="3739320" cy="3129120"/>
          </a:xfrm>
          <a:prstGeom prst="rect">
            <a:avLst/>
          </a:prstGeom>
          <a:noFill/>
          <a:ln w="9360">
            <a:solidFill>
              <a:schemeClr val="accent6"/>
            </a:solidFill>
            <a:round/>
          </a:ln>
        </p:spPr>
        <p:txBody>
          <a:bodyPr lIns="90000" rIns="90000" tIns="45000" bIns="45000" anchor="t">
            <a:normAutofit fontScale="75000"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3" name="PlaceHolder 3"/>
          <p:cNvSpPr>
            <a:spLocks noGrp="1"/>
          </p:cNvSpPr>
          <p:nvPr>
            <p:ph type="title"/>
          </p:nvPr>
        </p:nvSpPr>
        <p:spPr>
          <a:xfrm>
            <a:off x="361800" y="988560"/>
            <a:ext cx="4296960" cy="85896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
        <p:nvSpPr>
          <p:cNvPr id="84" name="PlaceHolder 4"/>
          <p:cNvSpPr>
            <a:spLocks noGrp="1"/>
          </p:cNvSpPr>
          <p:nvPr>
            <p:ph type="sldNum" idx="17"/>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DBCEFC5C-BE10-4CFB-A818-6AFC75D69B59}"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85" name="PlaceHolder 5"/>
          <p:cNvSpPr>
            <a:spLocks noGrp="1"/>
          </p:cNvSpPr>
          <p:nvPr>
            <p:ph type="body"/>
          </p:nvPr>
        </p:nvSpPr>
        <p:spPr>
          <a:xfrm>
            <a:off x="743040" y="4134240"/>
            <a:ext cx="3212640" cy="4615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86" name="PlaceHolder 6"/>
          <p:cNvSpPr>
            <a:spLocks noGrp="1"/>
          </p:cNvSpPr>
          <p:nvPr>
            <p:ph type="body"/>
          </p:nvPr>
        </p:nvSpPr>
        <p:spPr>
          <a:xfrm>
            <a:off x="743040" y="3274200"/>
            <a:ext cx="3212640" cy="4615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87" name="PlaceHolder 7"/>
          <p:cNvSpPr>
            <a:spLocks noGrp="1"/>
          </p:cNvSpPr>
          <p:nvPr>
            <p:ph type="body"/>
          </p:nvPr>
        </p:nvSpPr>
        <p:spPr>
          <a:xfrm>
            <a:off x="5785200" y="4134240"/>
            <a:ext cx="2991240" cy="461520"/>
          </a:xfrm>
          <a:prstGeom prst="rect">
            <a:avLst/>
          </a:prstGeom>
          <a:noFill/>
          <a:ln w="0">
            <a:noFill/>
          </a:ln>
        </p:spPr>
        <p:txBody>
          <a:bodyPr lIns="0" rIns="0" tIns="0" bIns="0" anchor="b">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88" name="PlaceHolder 1"/>
          <p:cNvSpPr>
            <a:spLocks noGrp="1"/>
          </p:cNvSpPr>
          <p:nvPr>
            <p:ph type="body"/>
          </p:nvPr>
        </p:nvSpPr>
        <p:spPr>
          <a:xfrm>
            <a:off x="0" y="0"/>
            <a:ext cx="2853000" cy="2436120"/>
          </a:xfrm>
          <a:prstGeom prst="rect">
            <a:avLst/>
          </a:prstGeom>
          <a:noFill/>
          <a:ln w="0">
            <a:noFill/>
          </a:ln>
        </p:spPr>
        <p:txBody>
          <a:bodyPr lIns="90000" rIns="90000" tIns="45000" bIns="45000" anchor="t">
            <a:normAutofit fontScale="2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9" name="PlaceHolder 2"/>
          <p:cNvSpPr>
            <a:spLocks noGrp="1"/>
          </p:cNvSpPr>
          <p:nvPr>
            <p:ph type="sldNum" idx="18"/>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212B883A-4DD3-47D2-A231-93D093391618}"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0" name="PlaceHolder 1"/>
          <p:cNvSpPr>
            <a:spLocks noGrp="1"/>
          </p:cNvSpPr>
          <p:nvPr>
            <p:ph type="body"/>
          </p:nvPr>
        </p:nvSpPr>
        <p:spPr>
          <a:xfrm>
            <a:off x="352800" y="3754800"/>
            <a:ext cx="1588320" cy="68796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900" spc="-1" strike="noStrike">
                <a:solidFill>
                  <a:srgbClr val="000000"/>
                </a:solidFill>
                <a:latin typeface="Arial"/>
              </a:rPr>
              <a:t>Click to edit the outline text format</a:t>
            </a:r>
            <a:endParaRPr b="0" lang="en-US" sz="9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900" spc="-1" strike="noStrike">
                <a:solidFill>
                  <a:srgbClr val="000000"/>
                </a:solidFill>
                <a:latin typeface="Arial"/>
              </a:rPr>
              <a:t>Second Outline Level</a:t>
            </a:r>
            <a:endParaRPr b="0" lang="en-US" sz="9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900" spc="-1" strike="noStrike">
                <a:solidFill>
                  <a:srgbClr val="000000"/>
                </a:solidFill>
                <a:latin typeface="Arial"/>
              </a:rPr>
              <a:t>Third Outline Level</a:t>
            </a:r>
            <a:endParaRPr b="0" lang="en-US" sz="9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900" spc="-1" strike="noStrike">
                <a:solidFill>
                  <a:srgbClr val="000000"/>
                </a:solidFill>
                <a:latin typeface="Arial"/>
              </a:rPr>
              <a:t>Fourth Outline Level</a:t>
            </a:r>
            <a:endParaRPr b="0" lang="en-US" sz="9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900" spc="-1" strike="noStrike">
                <a:solidFill>
                  <a:srgbClr val="000000"/>
                </a:solidFill>
                <a:latin typeface="Arial"/>
              </a:rPr>
              <a:t>Fifth Outline Level</a:t>
            </a:r>
            <a:endParaRPr b="0" lang="en-US" sz="9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900" spc="-1" strike="noStrike">
                <a:solidFill>
                  <a:srgbClr val="000000"/>
                </a:solidFill>
                <a:latin typeface="Arial"/>
              </a:rPr>
              <a:t>Sixth Outline Level</a:t>
            </a:r>
            <a:endParaRPr b="0" lang="en-US" sz="9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900" spc="-1" strike="noStrike">
                <a:solidFill>
                  <a:srgbClr val="000000"/>
                </a:solidFill>
                <a:latin typeface="Arial"/>
              </a:rPr>
              <a:t>Seventh Outline Level</a:t>
            </a:r>
            <a:endParaRPr b="0" lang="en-US" sz="900" spc="-1" strike="noStrike">
              <a:solidFill>
                <a:srgbClr val="000000"/>
              </a:solidFill>
              <a:latin typeface="Arial"/>
            </a:endParaRPr>
          </a:p>
        </p:txBody>
      </p:sp>
      <p:sp>
        <p:nvSpPr>
          <p:cNvPr id="91" name="PlaceHolder 2"/>
          <p:cNvSpPr>
            <a:spLocks noGrp="1"/>
          </p:cNvSpPr>
          <p:nvPr>
            <p:ph type="body"/>
          </p:nvPr>
        </p:nvSpPr>
        <p:spPr>
          <a:xfrm>
            <a:off x="7187760" y="3754800"/>
            <a:ext cx="1588320" cy="68796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900" spc="-1" strike="noStrike">
                <a:solidFill>
                  <a:srgbClr val="000000"/>
                </a:solidFill>
                <a:latin typeface="Arial"/>
              </a:rPr>
              <a:t>Click to edit the outline text format</a:t>
            </a:r>
            <a:endParaRPr b="0" lang="en-US" sz="9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900" spc="-1" strike="noStrike">
                <a:solidFill>
                  <a:srgbClr val="000000"/>
                </a:solidFill>
                <a:latin typeface="Arial"/>
              </a:rPr>
              <a:t>Second Outline Level</a:t>
            </a:r>
            <a:endParaRPr b="0" lang="en-US" sz="9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900" spc="-1" strike="noStrike">
                <a:solidFill>
                  <a:srgbClr val="000000"/>
                </a:solidFill>
                <a:latin typeface="Arial"/>
              </a:rPr>
              <a:t>Third Outline Level</a:t>
            </a:r>
            <a:endParaRPr b="0" lang="en-US" sz="9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900" spc="-1" strike="noStrike">
                <a:solidFill>
                  <a:srgbClr val="000000"/>
                </a:solidFill>
                <a:latin typeface="Arial"/>
              </a:rPr>
              <a:t>Fourth Outline Level</a:t>
            </a:r>
            <a:endParaRPr b="0" lang="en-US" sz="9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900" spc="-1" strike="noStrike">
                <a:solidFill>
                  <a:srgbClr val="000000"/>
                </a:solidFill>
                <a:latin typeface="Arial"/>
              </a:rPr>
              <a:t>Fifth Outline Level</a:t>
            </a:r>
            <a:endParaRPr b="0" lang="en-US" sz="9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900" spc="-1" strike="noStrike">
                <a:solidFill>
                  <a:srgbClr val="000000"/>
                </a:solidFill>
                <a:latin typeface="Arial"/>
              </a:rPr>
              <a:t>Sixth Outline Level</a:t>
            </a:r>
            <a:endParaRPr b="0" lang="en-US" sz="9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900" spc="-1" strike="noStrike">
                <a:solidFill>
                  <a:srgbClr val="000000"/>
                </a:solidFill>
                <a:latin typeface="Arial"/>
              </a:rPr>
              <a:t>Seventh Outline Level</a:t>
            </a:r>
            <a:endParaRPr b="0" lang="en-US" sz="900" spc="-1" strike="noStrike">
              <a:solidFill>
                <a:srgbClr val="000000"/>
              </a:solidFill>
              <a:latin typeface="Arial"/>
            </a:endParaRPr>
          </a:p>
        </p:txBody>
      </p:sp>
      <p:sp>
        <p:nvSpPr>
          <p:cNvPr id="92" name="PlaceHolder 3"/>
          <p:cNvSpPr>
            <a:spLocks noGrp="1"/>
          </p:cNvSpPr>
          <p:nvPr>
            <p:ph type="body"/>
          </p:nvPr>
        </p:nvSpPr>
        <p:spPr>
          <a:xfrm>
            <a:off x="4924440" y="3754800"/>
            <a:ext cx="1588320" cy="68796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900" spc="-1" strike="noStrike">
                <a:solidFill>
                  <a:srgbClr val="000000"/>
                </a:solidFill>
                <a:latin typeface="Arial"/>
              </a:rPr>
              <a:t>Click to edit the outline text format</a:t>
            </a:r>
            <a:endParaRPr b="0" lang="en-US" sz="9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900" spc="-1" strike="noStrike">
                <a:solidFill>
                  <a:srgbClr val="000000"/>
                </a:solidFill>
                <a:latin typeface="Arial"/>
              </a:rPr>
              <a:t>Second Outline Level</a:t>
            </a:r>
            <a:endParaRPr b="0" lang="en-US" sz="9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900" spc="-1" strike="noStrike">
                <a:solidFill>
                  <a:srgbClr val="000000"/>
                </a:solidFill>
                <a:latin typeface="Arial"/>
              </a:rPr>
              <a:t>Third Outline Level</a:t>
            </a:r>
            <a:endParaRPr b="0" lang="en-US" sz="9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900" spc="-1" strike="noStrike">
                <a:solidFill>
                  <a:srgbClr val="000000"/>
                </a:solidFill>
                <a:latin typeface="Arial"/>
              </a:rPr>
              <a:t>Fourth Outline Level</a:t>
            </a:r>
            <a:endParaRPr b="0" lang="en-US" sz="9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900" spc="-1" strike="noStrike">
                <a:solidFill>
                  <a:srgbClr val="000000"/>
                </a:solidFill>
                <a:latin typeface="Arial"/>
              </a:rPr>
              <a:t>Fifth Outline Level</a:t>
            </a:r>
            <a:endParaRPr b="0" lang="en-US" sz="9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900" spc="-1" strike="noStrike">
                <a:solidFill>
                  <a:srgbClr val="000000"/>
                </a:solidFill>
                <a:latin typeface="Arial"/>
              </a:rPr>
              <a:t>Sixth Outline Level</a:t>
            </a:r>
            <a:endParaRPr b="0" lang="en-US" sz="9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900" spc="-1" strike="noStrike">
                <a:solidFill>
                  <a:srgbClr val="000000"/>
                </a:solidFill>
                <a:latin typeface="Arial"/>
              </a:rPr>
              <a:t>Seventh Outline Level</a:t>
            </a:r>
            <a:endParaRPr b="0" lang="en-US" sz="900" spc="-1" strike="noStrike">
              <a:solidFill>
                <a:srgbClr val="000000"/>
              </a:solidFill>
              <a:latin typeface="Arial"/>
            </a:endParaRPr>
          </a:p>
        </p:txBody>
      </p:sp>
      <p:sp>
        <p:nvSpPr>
          <p:cNvPr id="93" name="PlaceHolder 4"/>
          <p:cNvSpPr>
            <a:spLocks noGrp="1"/>
          </p:cNvSpPr>
          <p:nvPr>
            <p:ph type="body"/>
          </p:nvPr>
        </p:nvSpPr>
        <p:spPr>
          <a:xfrm>
            <a:off x="2643120" y="3754800"/>
            <a:ext cx="1588320" cy="68796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900" spc="-1" strike="noStrike">
                <a:solidFill>
                  <a:srgbClr val="000000"/>
                </a:solidFill>
                <a:latin typeface="Arial"/>
              </a:rPr>
              <a:t>Click to edit the outline text format</a:t>
            </a:r>
            <a:endParaRPr b="0" lang="en-US" sz="9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900" spc="-1" strike="noStrike">
                <a:solidFill>
                  <a:srgbClr val="000000"/>
                </a:solidFill>
                <a:latin typeface="Arial"/>
              </a:rPr>
              <a:t>Second Outline Level</a:t>
            </a:r>
            <a:endParaRPr b="0" lang="en-US" sz="9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900" spc="-1" strike="noStrike">
                <a:solidFill>
                  <a:srgbClr val="000000"/>
                </a:solidFill>
                <a:latin typeface="Arial"/>
              </a:rPr>
              <a:t>Third Outline Level</a:t>
            </a:r>
            <a:endParaRPr b="0" lang="en-US" sz="9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900" spc="-1" strike="noStrike">
                <a:solidFill>
                  <a:srgbClr val="000000"/>
                </a:solidFill>
                <a:latin typeface="Arial"/>
              </a:rPr>
              <a:t>Fourth Outline Level</a:t>
            </a:r>
            <a:endParaRPr b="0" lang="en-US" sz="9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900" spc="-1" strike="noStrike">
                <a:solidFill>
                  <a:srgbClr val="000000"/>
                </a:solidFill>
                <a:latin typeface="Arial"/>
              </a:rPr>
              <a:t>Fifth Outline Level</a:t>
            </a:r>
            <a:endParaRPr b="0" lang="en-US" sz="9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900" spc="-1" strike="noStrike">
                <a:solidFill>
                  <a:srgbClr val="000000"/>
                </a:solidFill>
                <a:latin typeface="Arial"/>
              </a:rPr>
              <a:t>Sixth Outline Level</a:t>
            </a:r>
            <a:endParaRPr b="0" lang="en-US" sz="9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900" spc="-1" strike="noStrike">
                <a:solidFill>
                  <a:srgbClr val="000000"/>
                </a:solidFill>
                <a:latin typeface="Arial"/>
              </a:rPr>
              <a:t>Seventh Outline Level</a:t>
            </a:r>
            <a:endParaRPr b="0" lang="en-US" sz="900" spc="-1" strike="noStrike">
              <a:solidFill>
                <a:srgbClr val="000000"/>
              </a:solidFill>
              <a:latin typeface="Arial"/>
            </a:endParaRPr>
          </a:p>
        </p:txBody>
      </p:sp>
      <p:sp>
        <p:nvSpPr>
          <p:cNvPr id="94" name="PlaceHolder 5"/>
          <p:cNvSpPr>
            <a:spLocks noGrp="1"/>
          </p:cNvSpPr>
          <p:nvPr>
            <p:ph type="body"/>
          </p:nvPr>
        </p:nvSpPr>
        <p:spPr>
          <a:xfrm>
            <a:off x="2941560" y="1923480"/>
            <a:ext cx="991440" cy="991440"/>
          </a:xfrm>
          <a:prstGeom prst="rect">
            <a:avLst/>
          </a:prstGeom>
          <a:noFill/>
          <a:ln w="0">
            <a:noFill/>
          </a:ln>
        </p:spPr>
        <p:txBody>
          <a:bodyPr lIns="90000" rIns="90000" tIns="45000" bIns="45000" anchor="t">
            <a:normAutofit fontScale="6111" lnSpcReduction="20000"/>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5" name="PlaceHolder 6"/>
          <p:cNvSpPr>
            <a:spLocks noGrp="1"/>
          </p:cNvSpPr>
          <p:nvPr>
            <p:ph type="body"/>
          </p:nvPr>
        </p:nvSpPr>
        <p:spPr>
          <a:xfrm>
            <a:off x="5227200" y="1923480"/>
            <a:ext cx="991440" cy="991440"/>
          </a:xfrm>
          <a:prstGeom prst="rect">
            <a:avLst/>
          </a:prstGeom>
          <a:noFill/>
          <a:ln w="0">
            <a:noFill/>
          </a:ln>
        </p:spPr>
        <p:txBody>
          <a:bodyPr lIns="90000" rIns="90000" tIns="45000" bIns="45000" anchor="t">
            <a:normAutofit fontScale="6111" lnSpcReduction="20000"/>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6" name="PlaceHolder 7"/>
          <p:cNvSpPr>
            <a:spLocks noGrp="1"/>
          </p:cNvSpPr>
          <p:nvPr>
            <p:ph type="body"/>
          </p:nvPr>
        </p:nvSpPr>
        <p:spPr>
          <a:xfrm>
            <a:off x="7495200" y="1923480"/>
            <a:ext cx="991440" cy="991440"/>
          </a:xfrm>
          <a:prstGeom prst="rect">
            <a:avLst/>
          </a:prstGeom>
          <a:noFill/>
          <a:ln w="0">
            <a:noFill/>
          </a:ln>
        </p:spPr>
        <p:txBody>
          <a:bodyPr lIns="90000" rIns="90000" tIns="45000" bIns="45000" anchor="t">
            <a:normAutofit fontScale="6111" lnSpcReduction="20000"/>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cxnSp>
        <p:nvCxnSpPr>
          <p:cNvPr id="97" name="Google Shape;281;p29"/>
          <p:cNvCxnSpPr/>
          <p:nvPr/>
        </p:nvCxnSpPr>
        <p:spPr>
          <a:xfrm>
            <a:off x="2286000" y="1801440"/>
            <a:ext cx="360" cy="3342240"/>
          </a:xfrm>
          <a:prstGeom prst="straightConnector1">
            <a:avLst/>
          </a:prstGeom>
          <a:ln w="19050">
            <a:solidFill>
              <a:srgbClr val="183c40"/>
            </a:solidFill>
            <a:round/>
          </a:ln>
        </p:spPr>
      </p:cxnSp>
      <p:cxnSp>
        <p:nvCxnSpPr>
          <p:cNvPr id="98" name="Google Shape;282;p29"/>
          <p:cNvCxnSpPr/>
          <p:nvPr/>
        </p:nvCxnSpPr>
        <p:spPr>
          <a:xfrm>
            <a:off x="4580280" y="1801440"/>
            <a:ext cx="360" cy="3342240"/>
          </a:xfrm>
          <a:prstGeom prst="straightConnector1">
            <a:avLst/>
          </a:prstGeom>
          <a:ln w="19050">
            <a:solidFill>
              <a:srgbClr val="183c40"/>
            </a:solidFill>
            <a:round/>
          </a:ln>
        </p:spPr>
      </p:cxnSp>
      <p:cxnSp>
        <p:nvCxnSpPr>
          <p:cNvPr id="99" name="Google Shape;283;p29"/>
          <p:cNvCxnSpPr/>
          <p:nvPr/>
        </p:nvCxnSpPr>
        <p:spPr>
          <a:xfrm>
            <a:off x="6856920" y="1801440"/>
            <a:ext cx="360" cy="3342240"/>
          </a:xfrm>
          <a:prstGeom prst="straightConnector1">
            <a:avLst/>
          </a:prstGeom>
          <a:ln w="19050">
            <a:solidFill>
              <a:srgbClr val="183c40"/>
            </a:solidFill>
            <a:round/>
          </a:ln>
        </p:spPr>
      </p:cxnSp>
      <p:sp>
        <p:nvSpPr>
          <p:cNvPr id="100" name="PlaceHolder 8"/>
          <p:cNvSpPr>
            <a:spLocks noGrp="1"/>
          </p:cNvSpPr>
          <p:nvPr>
            <p:ph type="body"/>
          </p:nvPr>
        </p:nvSpPr>
        <p:spPr>
          <a:xfrm>
            <a:off x="651240" y="1923480"/>
            <a:ext cx="991440" cy="991440"/>
          </a:xfrm>
          <a:prstGeom prst="rect">
            <a:avLst/>
          </a:prstGeom>
          <a:noFill/>
          <a:ln w="0">
            <a:noFill/>
          </a:ln>
        </p:spPr>
        <p:txBody>
          <a:bodyPr lIns="90000" rIns="90000" tIns="45000" bIns="45000" anchor="t">
            <a:normAutofit fontScale="6111" lnSpcReduction="20000"/>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1" name="PlaceHolder 9"/>
          <p:cNvSpPr>
            <a:spLocks noGrp="1"/>
          </p:cNvSpPr>
          <p:nvPr>
            <p:ph type="title"/>
          </p:nvPr>
        </p:nvSpPr>
        <p:spPr>
          <a:xfrm>
            <a:off x="361800" y="961920"/>
            <a:ext cx="5718240" cy="1097640"/>
          </a:xfrm>
          <a:prstGeom prst="rect">
            <a:avLst/>
          </a:prstGeom>
          <a:noFill/>
          <a:ln w="0">
            <a:noFill/>
          </a:ln>
        </p:spPr>
        <p:txBody>
          <a:bodyPr lIns="0" rIns="0" tIns="0" bIns="0" anchor="t">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102" name="PlaceHolder 10"/>
          <p:cNvSpPr>
            <a:spLocks noGrp="1"/>
          </p:cNvSpPr>
          <p:nvPr>
            <p:ph type="sldNum" idx="19"/>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72CDB1E0-B21D-4EA4-812D-38BB993364D2}"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03" name="PlaceHolder 1"/>
          <p:cNvSpPr>
            <a:spLocks noGrp="1"/>
          </p:cNvSpPr>
          <p:nvPr>
            <p:ph type="body"/>
          </p:nvPr>
        </p:nvSpPr>
        <p:spPr>
          <a:xfrm>
            <a:off x="6080760" y="1065960"/>
            <a:ext cx="529920" cy="52992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4" name="PlaceHolder 2"/>
          <p:cNvSpPr>
            <a:spLocks noGrp="1"/>
          </p:cNvSpPr>
          <p:nvPr>
            <p:ph type="body"/>
          </p:nvPr>
        </p:nvSpPr>
        <p:spPr>
          <a:xfrm>
            <a:off x="3154680" y="1065960"/>
            <a:ext cx="529920" cy="52992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5" name="PlaceHolder 3"/>
          <p:cNvSpPr>
            <a:spLocks noGrp="1"/>
          </p:cNvSpPr>
          <p:nvPr>
            <p:ph type="body"/>
          </p:nvPr>
        </p:nvSpPr>
        <p:spPr>
          <a:xfrm>
            <a:off x="6080760" y="1976040"/>
            <a:ext cx="529920" cy="52992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6" name="PlaceHolder 4"/>
          <p:cNvSpPr>
            <a:spLocks noGrp="1"/>
          </p:cNvSpPr>
          <p:nvPr>
            <p:ph type="body"/>
          </p:nvPr>
        </p:nvSpPr>
        <p:spPr>
          <a:xfrm>
            <a:off x="3154680" y="1976040"/>
            <a:ext cx="529920" cy="52992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7" name="PlaceHolder 5"/>
          <p:cNvSpPr>
            <a:spLocks noGrp="1"/>
          </p:cNvSpPr>
          <p:nvPr>
            <p:ph type="body"/>
          </p:nvPr>
        </p:nvSpPr>
        <p:spPr>
          <a:xfrm>
            <a:off x="6080760" y="2883960"/>
            <a:ext cx="529920" cy="52992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8" name="PlaceHolder 6"/>
          <p:cNvSpPr>
            <a:spLocks noGrp="1"/>
          </p:cNvSpPr>
          <p:nvPr>
            <p:ph type="body"/>
          </p:nvPr>
        </p:nvSpPr>
        <p:spPr>
          <a:xfrm>
            <a:off x="3154680" y="2883960"/>
            <a:ext cx="529920" cy="52992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9" name="PlaceHolder 7"/>
          <p:cNvSpPr>
            <a:spLocks noGrp="1"/>
          </p:cNvSpPr>
          <p:nvPr>
            <p:ph type="body"/>
          </p:nvPr>
        </p:nvSpPr>
        <p:spPr>
          <a:xfrm>
            <a:off x="6080760" y="3805200"/>
            <a:ext cx="529920" cy="52992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0" name="PlaceHolder 8"/>
          <p:cNvSpPr>
            <a:spLocks noGrp="1"/>
          </p:cNvSpPr>
          <p:nvPr>
            <p:ph type="body"/>
          </p:nvPr>
        </p:nvSpPr>
        <p:spPr>
          <a:xfrm>
            <a:off x="3154680" y="3805200"/>
            <a:ext cx="529920" cy="529920"/>
          </a:xfrm>
          <a:prstGeom prst="rect">
            <a:avLst/>
          </a:prstGeom>
          <a:noFill/>
          <a:ln w="0">
            <a:noFill/>
          </a:ln>
        </p:spPr>
        <p:txBody>
          <a:bodyPr lIns="90000" rIns="90000" tIns="45000" bIns="45000" anchor="t">
            <a:normAutofit fontScale="6111"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1" name="PlaceHolder 9"/>
          <p:cNvSpPr>
            <a:spLocks noGrp="1"/>
          </p:cNvSpPr>
          <p:nvPr>
            <p:ph type="title"/>
          </p:nvPr>
        </p:nvSpPr>
        <p:spPr>
          <a:xfrm>
            <a:off x="361800" y="962280"/>
            <a:ext cx="2450520" cy="1646280"/>
          </a:xfrm>
          <a:prstGeom prst="rect">
            <a:avLst/>
          </a:prstGeom>
          <a:noFill/>
          <a:ln w="0">
            <a:noFill/>
          </a:ln>
        </p:spPr>
        <p:txBody>
          <a:bodyPr lIns="0" rIns="0" tIns="0" bIns="0" anchor="t">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112" name="PlaceHolder 10"/>
          <p:cNvSpPr>
            <a:spLocks noGrp="1"/>
          </p:cNvSpPr>
          <p:nvPr>
            <p:ph type="sldNum" idx="20"/>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FADFC4B0-4989-4A0B-A567-3DDFD1D581C8}"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13" name="PlaceHolder 1"/>
          <p:cNvSpPr>
            <a:spLocks noGrp="1"/>
          </p:cNvSpPr>
          <p:nvPr>
            <p:ph type="sldNum" idx="21"/>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F9B161E9-20BF-486A-851C-42AAAE268EE3}"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114" name="PlaceHolder 2"/>
          <p:cNvSpPr>
            <a:spLocks noGrp="1"/>
          </p:cNvSpPr>
          <p:nvPr>
            <p:ph type="title"/>
          </p:nvPr>
        </p:nvSpPr>
        <p:spPr>
          <a:xfrm>
            <a:off x="361800" y="988560"/>
            <a:ext cx="5018040" cy="85896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
        <p:nvSpPr>
          <p:cNvPr id="115"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116" name="Google Shape;337;p31"/>
          <p:cNvSpPr/>
          <p:nvPr/>
        </p:nvSpPr>
        <p:spPr>
          <a:xfrm>
            <a:off x="0" y="0"/>
            <a:ext cx="4567320" cy="5143320"/>
          </a:xfrm>
          <a:prstGeom prst="rect">
            <a:avLst/>
          </a:prstGeom>
          <a:solidFill>
            <a:schemeClr val="lt1"/>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117" name="PlaceHolder 1"/>
          <p:cNvSpPr>
            <a:spLocks noGrp="1"/>
          </p:cNvSpPr>
          <p:nvPr>
            <p:ph type="title"/>
          </p:nvPr>
        </p:nvSpPr>
        <p:spPr>
          <a:xfrm>
            <a:off x="4975920" y="988920"/>
            <a:ext cx="3783240" cy="587520"/>
          </a:xfrm>
          <a:prstGeom prst="rect">
            <a:avLst/>
          </a:prstGeom>
          <a:noFill/>
          <a:ln w="0">
            <a:noFill/>
          </a:ln>
        </p:spPr>
        <p:txBody>
          <a:bodyPr lIns="0" rIns="0" tIns="0" bIns="0" anchor="t">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118" name="PlaceHolder 2"/>
          <p:cNvSpPr>
            <a:spLocks noGrp="1"/>
          </p:cNvSpPr>
          <p:nvPr>
            <p:ph type="body"/>
          </p:nvPr>
        </p:nvSpPr>
        <p:spPr>
          <a:xfrm>
            <a:off x="954000" y="1065960"/>
            <a:ext cx="2664000" cy="3002400"/>
          </a:xfrm>
          <a:prstGeom prst="rect">
            <a:avLst/>
          </a:prstGeom>
          <a:noFill/>
          <a:ln w="0">
            <a:noFill/>
          </a:ln>
        </p:spPr>
        <p:txBody>
          <a:bodyPr lIns="90000" rIns="90000" tIns="45000" bIns="45000" anchor="t">
            <a:normAutofit fontScale="21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9" name="PlaceHolder 3"/>
          <p:cNvSpPr>
            <a:spLocks noGrp="1"/>
          </p:cNvSpPr>
          <p:nvPr>
            <p:ph type="body"/>
          </p:nvPr>
        </p:nvSpPr>
        <p:spPr>
          <a:xfrm>
            <a:off x="4975920" y="4125600"/>
            <a:ext cx="3783240" cy="461520"/>
          </a:xfrm>
          <a:prstGeom prst="rect">
            <a:avLst/>
          </a:prstGeom>
          <a:noFill/>
          <a:ln w="0">
            <a:noFill/>
          </a:ln>
        </p:spPr>
        <p:txBody>
          <a:bodyPr lIns="0" rIns="0" tIns="0" bIns="0" anchor="b">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120" name="PlaceHolder 4"/>
          <p:cNvSpPr>
            <a:spLocks noGrp="1"/>
          </p:cNvSpPr>
          <p:nvPr>
            <p:ph type="sldNum" idx="22"/>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6FDBFEB2-F9F7-461D-94AC-1C3ECEDE3DD9}"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121" name="PlaceHolder 5"/>
          <p:cNvSpPr>
            <a:spLocks noGrp="1"/>
          </p:cNvSpPr>
          <p:nvPr>
            <p:ph type="body"/>
          </p:nvPr>
        </p:nvSpPr>
        <p:spPr>
          <a:xfrm>
            <a:off x="4975920" y="1944000"/>
            <a:ext cx="3783240" cy="12427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22" name="Google Shape;347;p32"/>
          <p:cNvGrpSpPr/>
          <p:nvPr/>
        </p:nvGrpSpPr>
        <p:grpSpPr>
          <a:xfrm>
            <a:off x="0" y="514080"/>
            <a:ext cx="9144000" cy="4115160"/>
            <a:chOff x="0" y="514080"/>
            <a:chExt cx="9144000" cy="4115160"/>
          </a:xfrm>
        </p:grpSpPr>
        <p:cxnSp>
          <p:nvCxnSpPr>
            <p:cNvPr id="123" name="Google Shape;348;p32"/>
            <p:cNvCxnSpPr/>
            <p:nvPr/>
          </p:nvCxnSpPr>
          <p:spPr>
            <a:xfrm>
              <a:off x="0" y="1028520"/>
              <a:ext cx="9144360" cy="360"/>
            </a:xfrm>
            <a:prstGeom prst="straightConnector1">
              <a:avLst/>
            </a:prstGeom>
            <a:ln w="9525">
              <a:solidFill>
                <a:srgbClr val="dcdcdc"/>
              </a:solidFill>
              <a:round/>
            </a:ln>
          </p:spPr>
        </p:cxnSp>
        <p:cxnSp>
          <p:nvCxnSpPr>
            <p:cNvPr id="124" name="Google Shape;349;p32"/>
            <p:cNvCxnSpPr/>
            <p:nvPr/>
          </p:nvCxnSpPr>
          <p:spPr>
            <a:xfrm>
              <a:off x="0" y="4629240"/>
              <a:ext cx="9144360" cy="360"/>
            </a:xfrm>
            <a:prstGeom prst="straightConnector1">
              <a:avLst/>
            </a:prstGeom>
            <a:ln w="9525">
              <a:solidFill>
                <a:srgbClr val="dcdcdc"/>
              </a:solidFill>
              <a:round/>
            </a:ln>
          </p:spPr>
        </p:cxnSp>
        <p:cxnSp>
          <p:nvCxnSpPr>
            <p:cNvPr id="125" name="Google Shape;350;p32"/>
            <p:cNvCxnSpPr/>
            <p:nvPr/>
          </p:nvCxnSpPr>
          <p:spPr>
            <a:xfrm>
              <a:off x="0" y="4115160"/>
              <a:ext cx="9144360" cy="360"/>
            </a:xfrm>
            <a:prstGeom prst="straightConnector1">
              <a:avLst/>
            </a:prstGeom>
            <a:ln w="9525">
              <a:solidFill>
                <a:srgbClr val="dcdcdc"/>
              </a:solidFill>
              <a:round/>
            </a:ln>
          </p:spPr>
        </p:cxnSp>
        <p:cxnSp>
          <p:nvCxnSpPr>
            <p:cNvPr id="126" name="Google Shape;351;p32"/>
            <p:cNvCxnSpPr/>
            <p:nvPr/>
          </p:nvCxnSpPr>
          <p:spPr>
            <a:xfrm>
              <a:off x="0" y="3600720"/>
              <a:ext cx="9144360" cy="360"/>
            </a:xfrm>
            <a:prstGeom prst="straightConnector1">
              <a:avLst/>
            </a:prstGeom>
            <a:ln w="9525">
              <a:solidFill>
                <a:srgbClr val="dcdcdc"/>
              </a:solidFill>
              <a:round/>
            </a:ln>
          </p:spPr>
        </p:cxnSp>
        <p:cxnSp>
          <p:nvCxnSpPr>
            <p:cNvPr id="127" name="Google Shape;352;p32"/>
            <p:cNvCxnSpPr/>
            <p:nvPr/>
          </p:nvCxnSpPr>
          <p:spPr>
            <a:xfrm>
              <a:off x="0" y="3086280"/>
              <a:ext cx="9144360" cy="360"/>
            </a:xfrm>
            <a:prstGeom prst="straightConnector1">
              <a:avLst/>
            </a:prstGeom>
            <a:ln w="9525">
              <a:solidFill>
                <a:srgbClr val="dcdcdc"/>
              </a:solidFill>
              <a:round/>
            </a:ln>
          </p:spPr>
        </p:cxnSp>
        <p:cxnSp>
          <p:nvCxnSpPr>
            <p:cNvPr id="128" name="Google Shape;353;p32"/>
            <p:cNvCxnSpPr/>
            <p:nvPr/>
          </p:nvCxnSpPr>
          <p:spPr>
            <a:xfrm>
              <a:off x="0" y="2571840"/>
              <a:ext cx="9144360" cy="360"/>
            </a:xfrm>
            <a:prstGeom prst="straightConnector1">
              <a:avLst/>
            </a:prstGeom>
            <a:ln w="9525">
              <a:solidFill>
                <a:srgbClr val="dcdcdc"/>
              </a:solidFill>
              <a:round/>
            </a:ln>
          </p:spPr>
        </p:cxnSp>
        <p:cxnSp>
          <p:nvCxnSpPr>
            <p:cNvPr id="129" name="Google Shape;354;p32"/>
            <p:cNvCxnSpPr/>
            <p:nvPr/>
          </p:nvCxnSpPr>
          <p:spPr>
            <a:xfrm>
              <a:off x="0" y="2057400"/>
              <a:ext cx="9144360" cy="360"/>
            </a:xfrm>
            <a:prstGeom prst="straightConnector1">
              <a:avLst/>
            </a:prstGeom>
            <a:ln w="9525">
              <a:solidFill>
                <a:srgbClr val="dcdcdc"/>
              </a:solidFill>
              <a:round/>
            </a:ln>
          </p:spPr>
        </p:cxnSp>
        <p:cxnSp>
          <p:nvCxnSpPr>
            <p:cNvPr id="130" name="Google Shape;355;p32"/>
            <p:cNvCxnSpPr/>
            <p:nvPr/>
          </p:nvCxnSpPr>
          <p:spPr>
            <a:xfrm>
              <a:off x="0" y="1542960"/>
              <a:ext cx="9144360" cy="360"/>
            </a:xfrm>
            <a:prstGeom prst="straightConnector1">
              <a:avLst/>
            </a:prstGeom>
            <a:ln w="9525">
              <a:solidFill>
                <a:srgbClr val="dcdcdc"/>
              </a:solidFill>
              <a:round/>
            </a:ln>
          </p:spPr>
        </p:cxnSp>
        <p:cxnSp>
          <p:nvCxnSpPr>
            <p:cNvPr id="131" name="Google Shape;356;p32"/>
            <p:cNvCxnSpPr/>
            <p:nvPr/>
          </p:nvCxnSpPr>
          <p:spPr>
            <a:xfrm>
              <a:off x="0" y="514080"/>
              <a:ext cx="9144360" cy="360"/>
            </a:xfrm>
            <a:prstGeom prst="straightConnector1">
              <a:avLst/>
            </a:prstGeom>
            <a:ln w="9525">
              <a:solidFill>
                <a:srgbClr val="dcdcdc"/>
              </a:solidFill>
              <a:round/>
            </a:ln>
          </p:spPr>
        </p:cxnSp>
      </p:grpSp>
      <p:sp>
        <p:nvSpPr>
          <p:cNvPr id="132" name="PlaceHolder 1"/>
          <p:cNvSpPr>
            <a:spLocks noGrp="1"/>
          </p:cNvSpPr>
          <p:nvPr>
            <p:ph type="sldNum" idx="23"/>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8D85031B-75FA-4DCB-9B02-CCBB6CE5CB25}"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133" name="Google Shape;361;p33"/>
          <p:cNvSpPr/>
          <p:nvPr/>
        </p:nvSpPr>
        <p:spPr>
          <a:xfrm>
            <a:off x="0" y="-360"/>
            <a:ext cx="6708600" cy="5143320"/>
          </a:xfrm>
          <a:prstGeom prst="rect">
            <a:avLst/>
          </a:prstGeom>
          <a:solidFill>
            <a:schemeClr val="lt1"/>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134" name="PlaceHolder 1"/>
          <p:cNvSpPr>
            <a:spLocks noGrp="1"/>
          </p:cNvSpPr>
          <p:nvPr>
            <p:ph type="title"/>
          </p:nvPr>
        </p:nvSpPr>
        <p:spPr>
          <a:xfrm>
            <a:off x="451440" y="2024280"/>
            <a:ext cx="4162680" cy="1372320"/>
          </a:xfrm>
          <a:prstGeom prst="rect">
            <a:avLst/>
          </a:prstGeom>
          <a:noFill/>
          <a:ln w="0">
            <a:noFill/>
          </a:ln>
        </p:spPr>
        <p:txBody>
          <a:bodyPr lIns="0" rIns="0" tIns="0" bIns="0" anchor="b">
            <a:no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13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Autofit/>
          </a:bodyPr>
          <a:p>
            <a:pPr indent="0">
              <a:buNone/>
            </a:pPr>
            <a:r>
              <a:rPr b="0" lang="en-US" sz="5200" spc="-1" strike="noStrike">
                <a:solidFill>
                  <a:srgbClr val="000000"/>
                </a:solidFill>
                <a:latin typeface="Arial"/>
              </a:rPr>
              <a:t>Click to edit the title text format</a:t>
            </a:r>
            <a:endParaRPr b="0" lang="en-US" sz="5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37" name="PlaceHolder 1"/>
          <p:cNvSpPr>
            <a:spLocks noGrp="1"/>
          </p:cNvSpPr>
          <p:nvPr>
            <p:ph type="title"/>
          </p:nvPr>
        </p:nvSpPr>
        <p:spPr>
          <a:xfrm>
            <a:off x="311760" y="2151000"/>
            <a:ext cx="8520120" cy="841320"/>
          </a:xfrm>
          <a:prstGeom prst="rect">
            <a:avLst/>
          </a:prstGeom>
          <a:noFill/>
          <a:ln w="0">
            <a:noFill/>
          </a:ln>
        </p:spPr>
        <p:txBody>
          <a:bodyPr lIns="91440" rIns="91440" tIns="91440" bIns="91440" anchor="ctr">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3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39"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4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41" name="PlaceHolder 2"/>
          <p:cNvSpPr>
            <a:spLocks noGrp="1"/>
          </p:cNvSpPr>
          <p:nvPr>
            <p:ph type="body"/>
          </p:nvPr>
        </p:nvSpPr>
        <p:spPr>
          <a:xfrm>
            <a:off x="311760" y="1152360"/>
            <a:ext cx="399960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42" name="PlaceHolder 3"/>
          <p:cNvSpPr>
            <a:spLocks noGrp="1"/>
          </p:cNvSpPr>
          <p:nvPr>
            <p:ph type="body"/>
          </p:nvPr>
        </p:nvSpPr>
        <p:spPr>
          <a:xfrm>
            <a:off x="4832280" y="1152360"/>
            <a:ext cx="3999600" cy="31662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4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44"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Autofit/>
          </a:bodyPr>
          <a:p>
            <a:pPr indent="0">
              <a:buNone/>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sp>
        <p:nvSpPr>
          <p:cNvPr id="145"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46" name="PlaceHolder 1"/>
          <p:cNvSpPr>
            <a:spLocks noGrp="1"/>
          </p:cNvSpPr>
          <p:nvPr>
            <p:ph type="title"/>
          </p:nvPr>
        </p:nvSpPr>
        <p:spPr>
          <a:xfrm>
            <a:off x="490320" y="450000"/>
            <a:ext cx="6367320" cy="4090320"/>
          </a:xfrm>
          <a:prstGeom prst="rect">
            <a:avLst/>
          </a:prstGeom>
          <a:noFill/>
          <a:ln w="0">
            <a:noFill/>
          </a:ln>
        </p:spPr>
        <p:txBody>
          <a:bodyPr lIns="91440" rIns="91440" tIns="91440" bIns="91440" anchor="ctr">
            <a:no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7" name="PlaceHolder 1"/>
          <p:cNvSpPr>
            <a:spLocks noGrp="1"/>
          </p:cNvSpPr>
          <p:nvPr>
            <p:ph type="title"/>
          </p:nvPr>
        </p:nvSpPr>
        <p:spPr>
          <a:xfrm>
            <a:off x="361800" y="962280"/>
            <a:ext cx="4162680" cy="1097640"/>
          </a:xfrm>
          <a:prstGeom prst="rect">
            <a:avLst/>
          </a:prstGeom>
          <a:noFill/>
          <a:ln w="0">
            <a:noFill/>
          </a:ln>
        </p:spPr>
        <p:txBody>
          <a:bodyPr lIns="0" rIns="0" tIns="0" bIns="0" anchor="t">
            <a:no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148" name="PlaceHolder 2"/>
          <p:cNvSpPr>
            <a:spLocks noGrp="1"/>
          </p:cNvSpPr>
          <p:nvPr>
            <p:ph type="sldNum" idx="24"/>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E86D65BA-C009-4575-932F-1F151974CDE3}"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49" name="PlaceHolder 1"/>
          <p:cNvSpPr>
            <a:spLocks noGrp="1"/>
          </p:cNvSpPr>
          <p:nvPr>
            <p:ph type="title"/>
          </p:nvPr>
        </p:nvSpPr>
        <p:spPr>
          <a:xfrm>
            <a:off x="265680" y="1233000"/>
            <a:ext cx="4044960" cy="1482120"/>
          </a:xfrm>
          <a:prstGeom prst="rect">
            <a:avLst/>
          </a:prstGeom>
          <a:noFill/>
          <a:ln w="0">
            <a:noFill/>
          </a:ln>
        </p:spPr>
        <p:txBody>
          <a:bodyPr lIns="91440" rIns="91440" tIns="91440" bIns="91440" anchor="b">
            <a:no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150" name="PlaceHolder 2"/>
          <p:cNvSpPr>
            <a:spLocks noGrp="1"/>
          </p:cNvSpPr>
          <p:nvPr>
            <p:ph type="body"/>
          </p:nvPr>
        </p:nvSpPr>
        <p:spPr>
          <a:xfrm>
            <a:off x="4939560" y="723960"/>
            <a:ext cx="3836520" cy="3694680"/>
          </a:xfrm>
          <a:prstGeom prst="rect">
            <a:avLst/>
          </a:prstGeom>
          <a:noFill/>
          <a:ln w="0">
            <a:noFill/>
          </a:ln>
        </p:spPr>
        <p:txBody>
          <a:bodyPr lIns="91440" rIns="91440" tIns="91440" bIns="91440" anchor="ctr">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51"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311760" y="1106280"/>
            <a:ext cx="8520120" cy="1963080"/>
          </a:xfrm>
          <a:prstGeom prst="rect">
            <a:avLst/>
          </a:prstGeom>
          <a:noFill/>
          <a:ln w="0">
            <a:noFill/>
          </a:ln>
        </p:spPr>
        <p:txBody>
          <a:bodyPr lIns="91440" rIns="91440" tIns="91440" bIns="91440" anchor="b">
            <a:noAutofit/>
          </a:bodyPr>
          <a:p>
            <a:pPr indent="0" algn="ctr">
              <a:lnSpc>
                <a:spcPct val="100000"/>
              </a:lnSpc>
              <a:buNone/>
            </a:pPr>
            <a:r>
              <a:rPr b="0" lang="en-US" sz="12000" spc="-1" strike="noStrike">
                <a:solidFill>
                  <a:schemeClr val="lt1"/>
                </a:solidFill>
                <a:latin typeface="Newsreader"/>
                <a:ea typeface="Newsreader"/>
              </a:rPr>
              <a:t>xx%</a:t>
            </a:r>
            <a:endParaRPr b="0" lang="en-US" sz="12000" spc="-1" strike="noStrike">
              <a:solidFill>
                <a:srgbClr val="000000"/>
              </a:solidFill>
              <a:latin typeface="Arial"/>
            </a:endParaRPr>
          </a:p>
        </p:txBody>
      </p:sp>
      <p:sp>
        <p:nvSpPr>
          <p:cNvPr id="153" name="PlaceHolder 2"/>
          <p:cNvSpPr>
            <a:spLocks noGrp="1"/>
          </p:cNvSpPr>
          <p:nvPr>
            <p:ph type="body"/>
          </p:nvPr>
        </p:nvSpPr>
        <p:spPr>
          <a:xfrm>
            <a:off x="311760" y="3152160"/>
            <a:ext cx="8520120" cy="13003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54" name="PlaceHolder 1"/>
          <p:cNvSpPr>
            <a:spLocks noGrp="1"/>
          </p:cNvSpPr>
          <p:nvPr>
            <p:ph type="title"/>
          </p:nvPr>
        </p:nvSpPr>
        <p:spPr>
          <a:xfrm>
            <a:off x="677160" y="1832760"/>
            <a:ext cx="3216960" cy="1483920"/>
          </a:xfrm>
          <a:prstGeom prst="rect">
            <a:avLst/>
          </a:prstGeom>
          <a:noFill/>
          <a:ln w="0">
            <a:noFill/>
          </a:ln>
        </p:spPr>
        <p:txBody>
          <a:bodyPr lIns="91440" rIns="91440" tIns="91440" bIns="91440" anchor="ctr">
            <a:no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5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56" name="PlaceHolder 2"/>
          <p:cNvSpPr>
            <a:spLocks noGrp="1"/>
          </p:cNvSpPr>
          <p:nvPr>
            <p:ph type="body"/>
          </p:nvPr>
        </p:nvSpPr>
        <p:spPr>
          <a:xfrm>
            <a:off x="311760" y="1152360"/>
            <a:ext cx="4473720" cy="31662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57" name="PlaceHolder 3"/>
          <p:cNvSpPr>
            <a:spLocks noGrp="1"/>
          </p:cNvSpPr>
          <p:nvPr>
            <p:ph type="body"/>
          </p:nvPr>
        </p:nvSpPr>
        <p:spPr>
          <a:xfrm>
            <a:off x="4992120" y="1152720"/>
            <a:ext cx="3840120" cy="3416040"/>
          </a:xfrm>
          <a:prstGeom prst="rect">
            <a:avLst/>
          </a:prstGeom>
          <a:noFill/>
          <a:ln w="0">
            <a:noFill/>
          </a:ln>
        </p:spPr>
        <p:txBody>
          <a:bodyPr lIns="90000" rIns="90000" tIns="45000" bIns="45000" anchor="t">
            <a:normAutofit fontScale="87222"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58" name="PlaceHolder 1"/>
          <p:cNvSpPr>
            <a:spLocks noGrp="1"/>
          </p:cNvSpPr>
          <p:nvPr>
            <p:ph type="title"/>
          </p:nvPr>
        </p:nvSpPr>
        <p:spPr>
          <a:xfrm>
            <a:off x="483120" y="450000"/>
            <a:ext cx="8184240" cy="757800"/>
          </a:xfrm>
          <a:prstGeom prst="rect">
            <a:avLst/>
          </a:prstGeom>
          <a:noFill/>
          <a:ln w="0">
            <a:noFill/>
          </a:ln>
        </p:spPr>
        <p:txBody>
          <a:bodyPr lIns="91440" rIns="91440" tIns="91440" bIns="91440" anchor="ctr">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59" name="PlaceHolder 2"/>
          <p:cNvSpPr>
            <a:spLocks noGrp="1"/>
          </p:cNvSpPr>
          <p:nvPr>
            <p:ph type="body"/>
          </p:nvPr>
        </p:nvSpPr>
        <p:spPr>
          <a:xfrm>
            <a:off x="483120" y="2237760"/>
            <a:ext cx="3619440" cy="31662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60" name="PlaceHolder 3"/>
          <p:cNvSpPr>
            <a:spLocks noGrp="1"/>
          </p:cNvSpPr>
          <p:nvPr>
            <p:ph type="body"/>
          </p:nvPr>
        </p:nvSpPr>
        <p:spPr>
          <a:xfrm>
            <a:off x="5047920" y="2237760"/>
            <a:ext cx="3619440" cy="23731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61" name="PlaceHolder 1"/>
          <p:cNvSpPr>
            <a:spLocks noGrp="1"/>
          </p:cNvSpPr>
          <p:nvPr>
            <p:ph type="body"/>
          </p:nvPr>
        </p:nvSpPr>
        <p:spPr>
          <a:xfrm>
            <a:off x="483120" y="2417400"/>
            <a:ext cx="2455200" cy="1213668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62" name="PlaceHolder 2"/>
          <p:cNvSpPr>
            <a:spLocks noGrp="1"/>
          </p:cNvSpPr>
          <p:nvPr>
            <p:ph type="body"/>
          </p:nvPr>
        </p:nvSpPr>
        <p:spPr>
          <a:xfrm>
            <a:off x="3347640" y="2417400"/>
            <a:ext cx="2455200" cy="23731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63" name="PlaceHolder 3"/>
          <p:cNvSpPr>
            <a:spLocks noGrp="1"/>
          </p:cNvSpPr>
          <p:nvPr>
            <p:ph type="title"/>
          </p:nvPr>
        </p:nvSpPr>
        <p:spPr>
          <a:xfrm>
            <a:off x="483120" y="450000"/>
            <a:ext cx="8184240" cy="757800"/>
          </a:xfrm>
          <a:prstGeom prst="rect">
            <a:avLst/>
          </a:prstGeom>
          <a:noFill/>
          <a:ln w="0">
            <a:noFill/>
          </a:ln>
        </p:spPr>
        <p:txBody>
          <a:bodyPr lIns="91440" rIns="91440" tIns="91440" bIns="91440" anchor="ctr">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64" name="PlaceHolder 4"/>
          <p:cNvSpPr>
            <a:spLocks noGrp="1"/>
          </p:cNvSpPr>
          <p:nvPr>
            <p:ph type="body"/>
          </p:nvPr>
        </p:nvSpPr>
        <p:spPr>
          <a:xfrm>
            <a:off x="6212160" y="2417400"/>
            <a:ext cx="2455200" cy="23731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65" name="PlaceHolder 1"/>
          <p:cNvSpPr>
            <a:spLocks noGrp="1"/>
          </p:cNvSpPr>
          <p:nvPr>
            <p:ph type="body"/>
          </p:nvPr>
        </p:nvSpPr>
        <p:spPr>
          <a:xfrm>
            <a:off x="366840" y="1758960"/>
            <a:ext cx="3838320" cy="31662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66" name="PlaceHolder 2"/>
          <p:cNvSpPr>
            <a:spLocks noGrp="1"/>
          </p:cNvSpPr>
          <p:nvPr>
            <p:ph type="body"/>
          </p:nvPr>
        </p:nvSpPr>
        <p:spPr>
          <a:xfrm>
            <a:off x="4938840" y="1758960"/>
            <a:ext cx="3838320" cy="11383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67" name="PlaceHolder 3"/>
          <p:cNvSpPr>
            <a:spLocks noGrp="1"/>
          </p:cNvSpPr>
          <p:nvPr>
            <p:ph type="body"/>
          </p:nvPr>
        </p:nvSpPr>
        <p:spPr>
          <a:xfrm>
            <a:off x="366840" y="3648600"/>
            <a:ext cx="3838320" cy="11383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68" name="PlaceHolder 4"/>
          <p:cNvSpPr>
            <a:spLocks noGrp="1"/>
          </p:cNvSpPr>
          <p:nvPr>
            <p:ph type="body"/>
          </p:nvPr>
        </p:nvSpPr>
        <p:spPr>
          <a:xfrm>
            <a:off x="4938840" y="3648600"/>
            <a:ext cx="3838320" cy="11383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69" name="PlaceHolder 5"/>
          <p:cNvSpPr>
            <a:spLocks noGrp="1"/>
          </p:cNvSpPr>
          <p:nvPr>
            <p:ph type="title"/>
          </p:nvPr>
        </p:nvSpPr>
        <p:spPr>
          <a:xfrm>
            <a:off x="366840" y="450000"/>
            <a:ext cx="8184240" cy="757800"/>
          </a:xfrm>
          <a:prstGeom prst="rect">
            <a:avLst/>
          </a:prstGeom>
          <a:noFill/>
          <a:ln w="0">
            <a:noFill/>
          </a:ln>
        </p:spPr>
        <p:txBody>
          <a:bodyPr lIns="91440" rIns="91440" tIns="91440" bIns="91440" anchor="ctr">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71" name="PlaceHolder 2"/>
          <p:cNvSpPr>
            <a:spLocks noGrp="1"/>
          </p:cNvSpPr>
          <p:nvPr>
            <p:ph type="body"/>
          </p:nvPr>
        </p:nvSpPr>
        <p:spPr>
          <a:xfrm>
            <a:off x="311760" y="1170360"/>
            <a:ext cx="8520120" cy="34927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solidFill>
      </p:bgPr>
    </p:bg>
    <p:spTree>
      <p:nvGrpSpPr>
        <p:cNvPr id="1" name=""/>
        <p:cNvGrpSpPr/>
        <p:nvPr/>
      </p:nvGrpSpPr>
      <p:grpSpPr>
        <a:xfrm>
          <a:off x="0" y="0"/>
          <a:ext cx="0" cy="0"/>
          <a:chOff x="0" y="0"/>
          <a:chExt cx="0" cy="0"/>
        </a:xfrm>
      </p:grpSpPr>
      <p:sp>
        <p:nvSpPr>
          <p:cNvPr id="172" name="PlaceHolder 1"/>
          <p:cNvSpPr>
            <a:spLocks noGrp="1"/>
          </p:cNvSpPr>
          <p:nvPr>
            <p:ph type="sldNum" idx="25"/>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82A45749-EF9E-4501-A458-482B82929987}"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173" name="PlaceHolder 2"/>
          <p:cNvSpPr>
            <a:spLocks noGrp="1"/>
          </p:cNvSpPr>
          <p:nvPr>
            <p:ph type="body"/>
          </p:nvPr>
        </p:nvSpPr>
        <p:spPr>
          <a:xfrm>
            <a:off x="4845600" y="1361160"/>
            <a:ext cx="3382200" cy="29833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174" name="PlaceHolder 3"/>
          <p:cNvSpPr>
            <a:spLocks noGrp="1"/>
          </p:cNvSpPr>
          <p:nvPr>
            <p:ph type="body"/>
          </p:nvPr>
        </p:nvSpPr>
        <p:spPr>
          <a:xfrm>
            <a:off x="4845600" y="2595960"/>
            <a:ext cx="3382200" cy="29833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175" name="PlaceHolder 4"/>
          <p:cNvSpPr>
            <a:spLocks noGrp="1"/>
          </p:cNvSpPr>
          <p:nvPr>
            <p:ph type="body"/>
          </p:nvPr>
        </p:nvSpPr>
        <p:spPr>
          <a:xfrm>
            <a:off x="4845600" y="3870000"/>
            <a:ext cx="3382200" cy="29833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176" name="PlaceHolder 5"/>
          <p:cNvSpPr>
            <a:spLocks noGrp="1"/>
          </p:cNvSpPr>
          <p:nvPr>
            <p:ph type="title"/>
          </p:nvPr>
        </p:nvSpPr>
        <p:spPr>
          <a:xfrm>
            <a:off x="361800" y="988560"/>
            <a:ext cx="3859920" cy="85896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77" name="PlaceHolder 1"/>
          <p:cNvSpPr>
            <a:spLocks noGrp="1"/>
          </p:cNvSpPr>
          <p:nvPr>
            <p:ph type="body"/>
          </p:nvPr>
        </p:nvSpPr>
        <p:spPr>
          <a:xfrm>
            <a:off x="311760" y="4080240"/>
            <a:ext cx="4027320" cy="31662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78" name="PlaceHolder 2"/>
          <p:cNvSpPr>
            <a:spLocks noGrp="1"/>
          </p:cNvSpPr>
          <p:nvPr>
            <p:ph type="body"/>
          </p:nvPr>
        </p:nvSpPr>
        <p:spPr>
          <a:xfrm>
            <a:off x="4804920" y="1133280"/>
            <a:ext cx="4027320" cy="2392560"/>
          </a:xfrm>
          <a:prstGeom prst="rect">
            <a:avLst/>
          </a:prstGeom>
          <a:noFill/>
          <a:ln w="0">
            <a:noFill/>
          </a:ln>
        </p:spPr>
        <p:txBody>
          <a:bodyPr lIns="90000" rIns="90000" tIns="45000" bIns="4500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9" name="PlaceHolder 3"/>
          <p:cNvSpPr>
            <a:spLocks noGrp="1"/>
          </p:cNvSpPr>
          <p:nvPr>
            <p:ph type="body"/>
          </p:nvPr>
        </p:nvSpPr>
        <p:spPr>
          <a:xfrm>
            <a:off x="311760" y="1133280"/>
            <a:ext cx="4027320" cy="2392560"/>
          </a:xfrm>
          <a:prstGeom prst="rect">
            <a:avLst/>
          </a:prstGeom>
          <a:noFill/>
          <a:ln w="0">
            <a:noFill/>
          </a:ln>
        </p:spPr>
        <p:txBody>
          <a:bodyPr lIns="90000" rIns="90000" tIns="45000" bIns="4500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0" name="PlaceHolder 4"/>
          <p:cNvSpPr>
            <a:spLocks noGrp="1"/>
          </p:cNvSpPr>
          <p:nvPr>
            <p:ph type="body"/>
          </p:nvPr>
        </p:nvSpPr>
        <p:spPr>
          <a:xfrm>
            <a:off x="4804920" y="4080240"/>
            <a:ext cx="4027320" cy="9259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81" name="PlaceHolder 5"/>
          <p:cNvSpPr>
            <a:spLocks noGrp="1"/>
          </p:cNvSpPr>
          <p:nvPr>
            <p:ph type="title"/>
          </p:nvPr>
        </p:nvSpPr>
        <p:spPr>
          <a:xfrm>
            <a:off x="311760" y="444960"/>
            <a:ext cx="8520120" cy="572400"/>
          </a:xfrm>
          <a:prstGeom prst="rect">
            <a:avLst/>
          </a:prstGeom>
          <a:noFill/>
          <a:ln w="0">
            <a:noFill/>
          </a:ln>
        </p:spPr>
        <p:txBody>
          <a:bodyPr lIns="91440" rIns="91440"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82" name="PlaceHolder 1"/>
          <p:cNvSpPr>
            <a:spLocks noGrp="1"/>
          </p:cNvSpPr>
          <p:nvPr>
            <p:ph type="body"/>
          </p:nvPr>
        </p:nvSpPr>
        <p:spPr>
          <a:xfrm>
            <a:off x="311760" y="3911760"/>
            <a:ext cx="2626920" cy="1049076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83" name="PlaceHolder 2"/>
          <p:cNvSpPr>
            <a:spLocks noGrp="1"/>
          </p:cNvSpPr>
          <p:nvPr>
            <p:ph type="body"/>
          </p:nvPr>
        </p:nvSpPr>
        <p:spPr>
          <a:xfrm>
            <a:off x="6205320" y="1128240"/>
            <a:ext cx="2626920" cy="2272680"/>
          </a:xfrm>
          <a:prstGeom prst="rect">
            <a:avLst/>
          </a:prstGeom>
          <a:noFill/>
          <a:ln w="0">
            <a:noFill/>
          </a:ln>
        </p:spPr>
        <p:txBody>
          <a:bodyPr lIns="90000" rIns="90000" tIns="45000" bIns="4500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4" name="PlaceHolder 3"/>
          <p:cNvSpPr>
            <a:spLocks noGrp="1"/>
          </p:cNvSpPr>
          <p:nvPr>
            <p:ph type="body"/>
          </p:nvPr>
        </p:nvSpPr>
        <p:spPr>
          <a:xfrm>
            <a:off x="311760" y="1128240"/>
            <a:ext cx="2626920" cy="2272680"/>
          </a:xfrm>
          <a:prstGeom prst="rect">
            <a:avLst/>
          </a:prstGeom>
          <a:noFill/>
          <a:ln w="0">
            <a:noFill/>
          </a:ln>
        </p:spPr>
        <p:txBody>
          <a:bodyPr lIns="90000" rIns="90000" tIns="45000" bIns="4500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5" name="PlaceHolder 4"/>
          <p:cNvSpPr>
            <a:spLocks noGrp="1"/>
          </p:cNvSpPr>
          <p:nvPr>
            <p:ph type="body"/>
          </p:nvPr>
        </p:nvSpPr>
        <p:spPr>
          <a:xfrm>
            <a:off x="6205320" y="3911760"/>
            <a:ext cx="2626920" cy="101808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86" name="PlaceHolder 5"/>
          <p:cNvSpPr>
            <a:spLocks noGrp="1"/>
          </p:cNvSpPr>
          <p:nvPr>
            <p:ph type="body"/>
          </p:nvPr>
        </p:nvSpPr>
        <p:spPr>
          <a:xfrm>
            <a:off x="3255120" y="1128240"/>
            <a:ext cx="2626920" cy="2272680"/>
          </a:xfrm>
          <a:prstGeom prst="rect">
            <a:avLst/>
          </a:prstGeom>
          <a:noFill/>
          <a:ln w="0">
            <a:noFill/>
          </a:ln>
        </p:spPr>
        <p:txBody>
          <a:bodyPr lIns="90000" rIns="90000" tIns="45000" bIns="4500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7" name="PlaceHolder 6"/>
          <p:cNvSpPr>
            <a:spLocks noGrp="1"/>
          </p:cNvSpPr>
          <p:nvPr>
            <p:ph type="body"/>
          </p:nvPr>
        </p:nvSpPr>
        <p:spPr>
          <a:xfrm>
            <a:off x="3255120" y="3911760"/>
            <a:ext cx="2626920" cy="101808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188" name="PlaceHolder 7"/>
          <p:cNvSpPr>
            <a:spLocks noGrp="1"/>
          </p:cNvSpPr>
          <p:nvPr>
            <p:ph type="title"/>
          </p:nvPr>
        </p:nvSpPr>
        <p:spPr>
          <a:xfrm>
            <a:off x="311760" y="444960"/>
            <a:ext cx="8520120" cy="572400"/>
          </a:xfrm>
          <a:prstGeom prst="rect">
            <a:avLst/>
          </a:prstGeom>
          <a:noFill/>
          <a:ln w="0">
            <a:noFill/>
          </a:ln>
        </p:spPr>
        <p:txBody>
          <a:bodyPr lIns="91440" rIns="91440"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89" name="PlaceHolder 1"/>
          <p:cNvSpPr>
            <a:spLocks noGrp="1"/>
          </p:cNvSpPr>
          <p:nvPr>
            <p:ph type="body"/>
          </p:nvPr>
        </p:nvSpPr>
        <p:spPr>
          <a:xfrm>
            <a:off x="311760" y="444960"/>
            <a:ext cx="8520120" cy="42181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90" name="PlaceHolder 1"/>
          <p:cNvSpPr>
            <a:spLocks noGrp="1"/>
          </p:cNvSpPr>
          <p:nvPr>
            <p:ph type="body"/>
          </p:nvPr>
        </p:nvSpPr>
        <p:spPr>
          <a:xfrm>
            <a:off x="3389760" y="11880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1" name="PlaceHolder 2"/>
          <p:cNvSpPr>
            <a:spLocks noGrp="1"/>
          </p:cNvSpPr>
          <p:nvPr>
            <p:ph type="body"/>
          </p:nvPr>
        </p:nvSpPr>
        <p:spPr>
          <a:xfrm>
            <a:off x="5195880" y="11880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2" name="PlaceHolder 3"/>
          <p:cNvSpPr>
            <a:spLocks noGrp="1"/>
          </p:cNvSpPr>
          <p:nvPr>
            <p:ph type="body"/>
          </p:nvPr>
        </p:nvSpPr>
        <p:spPr>
          <a:xfrm>
            <a:off x="7002360" y="11880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3" name="PlaceHolder 4"/>
          <p:cNvSpPr>
            <a:spLocks noGrp="1"/>
          </p:cNvSpPr>
          <p:nvPr>
            <p:ph type="body"/>
          </p:nvPr>
        </p:nvSpPr>
        <p:spPr>
          <a:xfrm>
            <a:off x="3389760" y="180432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4" name="PlaceHolder 5"/>
          <p:cNvSpPr>
            <a:spLocks noGrp="1"/>
          </p:cNvSpPr>
          <p:nvPr>
            <p:ph type="body"/>
          </p:nvPr>
        </p:nvSpPr>
        <p:spPr>
          <a:xfrm>
            <a:off x="5195880" y="180432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5" name="PlaceHolder 6"/>
          <p:cNvSpPr>
            <a:spLocks noGrp="1"/>
          </p:cNvSpPr>
          <p:nvPr>
            <p:ph type="body"/>
          </p:nvPr>
        </p:nvSpPr>
        <p:spPr>
          <a:xfrm>
            <a:off x="7002360" y="180432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6" name="PlaceHolder 7"/>
          <p:cNvSpPr>
            <a:spLocks noGrp="1"/>
          </p:cNvSpPr>
          <p:nvPr>
            <p:ph type="title"/>
          </p:nvPr>
        </p:nvSpPr>
        <p:spPr>
          <a:xfrm>
            <a:off x="351720" y="444960"/>
            <a:ext cx="2596320" cy="1554840"/>
          </a:xfrm>
          <a:prstGeom prst="rect">
            <a:avLst/>
          </a:prstGeom>
          <a:noFill/>
          <a:ln w="0">
            <a:noFill/>
          </a:ln>
        </p:spPr>
        <p:txBody>
          <a:bodyPr lIns="91440" rIns="91440" tIns="91440" bIns="9144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97" name="PlaceHolder 8"/>
          <p:cNvSpPr>
            <a:spLocks noGrp="1"/>
          </p:cNvSpPr>
          <p:nvPr>
            <p:ph type="body"/>
          </p:nvPr>
        </p:nvSpPr>
        <p:spPr>
          <a:xfrm>
            <a:off x="3389760" y="348948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8" name="PlaceHolder 9"/>
          <p:cNvSpPr>
            <a:spLocks noGrp="1"/>
          </p:cNvSpPr>
          <p:nvPr>
            <p:ph type="body"/>
          </p:nvPr>
        </p:nvSpPr>
        <p:spPr>
          <a:xfrm>
            <a:off x="5195880" y="348948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9" name="PlaceHolder 10"/>
          <p:cNvSpPr>
            <a:spLocks noGrp="1"/>
          </p:cNvSpPr>
          <p:nvPr>
            <p:ph type="body"/>
          </p:nvPr>
        </p:nvSpPr>
        <p:spPr>
          <a:xfrm>
            <a:off x="7002360" y="3489480"/>
            <a:ext cx="1643400" cy="1534680"/>
          </a:xfrm>
          <a:prstGeom prst="rect">
            <a:avLst/>
          </a:prstGeom>
          <a:noFill/>
          <a:ln w="0">
            <a:noFill/>
          </a:ln>
        </p:spPr>
        <p:txBody>
          <a:bodyPr lIns="90000" rIns="90000" tIns="45000" bIns="45000" anchor="t">
            <a:normAutofit fontScale="6111"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solidFill>
      </p:bgPr>
    </p:bg>
    <p:spTree>
      <p:nvGrpSpPr>
        <p:cNvPr id="1" name=""/>
        <p:cNvGrpSpPr/>
        <p:nvPr/>
      </p:nvGrpSpPr>
      <p:grpSpPr>
        <a:xfrm>
          <a:off x="0" y="0"/>
          <a:ext cx="0" cy="0"/>
          <a:chOff x="0" y="0"/>
          <a:chExt cx="0" cy="0"/>
        </a:xfrm>
      </p:grpSpPr>
      <p:sp>
        <p:nvSpPr>
          <p:cNvPr id="200" name="PlaceHolder 1"/>
          <p:cNvSpPr>
            <a:spLocks noGrp="1"/>
          </p:cNvSpPr>
          <p:nvPr>
            <p:ph type="body"/>
          </p:nvPr>
        </p:nvSpPr>
        <p:spPr>
          <a:xfrm>
            <a:off x="4845600" y="998640"/>
            <a:ext cx="3382200" cy="29833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01" name="PlaceHolder 2"/>
          <p:cNvSpPr>
            <a:spLocks noGrp="1"/>
          </p:cNvSpPr>
          <p:nvPr>
            <p:ph type="title"/>
          </p:nvPr>
        </p:nvSpPr>
        <p:spPr>
          <a:xfrm>
            <a:off x="361800" y="988560"/>
            <a:ext cx="3859920" cy="914760"/>
          </a:xfrm>
          <a:prstGeom prst="rect">
            <a:avLst/>
          </a:prstGeom>
          <a:noFill/>
          <a:ln w="0">
            <a:noFill/>
          </a:ln>
        </p:spPr>
        <p:txBody>
          <a:bodyPr lIns="0" rIns="0" tIns="0" bIns="0" anchor="t">
            <a:noAutofit/>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202" name="PlaceHolder 3"/>
          <p:cNvSpPr>
            <a:spLocks noGrp="1"/>
          </p:cNvSpPr>
          <p:nvPr>
            <p:ph type="body"/>
          </p:nvPr>
        </p:nvSpPr>
        <p:spPr>
          <a:xfrm>
            <a:off x="4845600" y="3927600"/>
            <a:ext cx="3382200" cy="29833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03" name="PlaceHolder 4"/>
          <p:cNvSpPr>
            <a:spLocks noGrp="1"/>
          </p:cNvSpPr>
          <p:nvPr>
            <p:ph type="body"/>
          </p:nvPr>
        </p:nvSpPr>
        <p:spPr>
          <a:xfrm>
            <a:off x="4845600" y="2431080"/>
            <a:ext cx="3382200" cy="29833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04" name="PlaceHolder 5"/>
          <p:cNvSpPr>
            <a:spLocks noGrp="1"/>
          </p:cNvSpPr>
          <p:nvPr>
            <p:ph type="body"/>
          </p:nvPr>
        </p:nvSpPr>
        <p:spPr>
          <a:xfrm>
            <a:off x="356040" y="3243960"/>
            <a:ext cx="2798280" cy="1334160"/>
          </a:xfrm>
          <a:prstGeom prst="rect">
            <a:avLst/>
          </a:prstGeom>
          <a:noFill/>
          <a:ln w="0">
            <a:noFill/>
          </a:ln>
        </p:spPr>
        <p:txBody>
          <a:bodyPr lIns="0" rIns="0" tIns="0" bIns="0" anchor="b">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7"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5" name="PlaceHolder 1"/>
          <p:cNvSpPr>
            <a:spLocks noGrp="1"/>
          </p:cNvSpPr>
          <p:nvPr>
            <p:ph type="sldNum" idx="26"/>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44617EB6-D9FB-40C2-9216-9D238A7E81A0}"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206" name="PlaceHolder 2"/>
          <p:cNvSpPr>
            <a:spLocks noGrp="1"/>
          </p:cNvSpPr>
          <p:nvPr>
            <p:ph type="body"/>
          </p:nvPr>
        </p:nvSpPr>
        <p:spPr>
          <a:xfrm>
            <a:off x="4845600" y="1361160"/>
            <a:ext cx="3382200" cy="298332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07" name="PlaceHolder 3"/>
          <p:cNvSpPr>
            <a:spLocks noGrp="1"/>
          </p:cNvSpPr>
          <p:nvPr>
            <p:ph type="body"/>
          </p:nvPr>
        </p:nvSpPr>
        <p:spPr>
          <a:xfrm>
            <a:off x="4845600" y="2595960"/>
            <a:ext cx="3382200" cy="298332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08" name="PlaceHolder 4"/>
          <p:cNvSpPr>
            <a:spLocks noGrp="1"/>
          </p:cNvSpPr>
          <p:nvPr>
            <p:ph type="body"/>
          </p:nvPr>
        </p:nvSpPr>
        <p:spPr>
          <a:xfrm>
            <a:off x="4845600" y="3870000"/>
            <a:ext cx="3382200" cy="298332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09" name="PlaceHolder 5"/>
          <p:cNvSpPr>
            <a:spLocks noGrp="1"/>
          </p:cNvSpPr>
          <p:nvPr>
            <p:ph type="title"/>
          </p:nvPr>
        </p:nvSpPr>
        <p:spPr>
          <a:xfrm>
            <a:off x="361800" y="988560"/>
            <a:ext cx="3859920" cy="85896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9"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0" name="PlaceHolder 1"/>
          <p:cNvSpPr>
            <a:spLocks noGrp="1"/>
          </p:cNvSpPr>
          <p:nvPr>
            <p:ph type="body"/>
          </p:nvPr>
        </p:nvSpPr>
        <p:spPr>
          <a:xfrm>
            <a:off x="2610360" y="2943360"/>
            <a:ext cx="1645560" cy="160776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11" name="PlaceHolder 2"/>
          <p:cNvSpPr>
            <a:spLocks noGrp="1"/>
          </p:cNvSpPr>
          <p:nvPr>
            <p:ph type="sldNum" idx="27"/>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FD50C99D-8E56-4B53-BBC5-81101CAF3E0D}"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212" name="PlaceHolder 3"/>
          <p:cNvSpPr>
            <a:spLocks noGrp="1"/>
          </p:cNvSpPr>
          <p:nvPr>
            <p:ph type="body"/>
          </p:nvPr>
        </p:nvSpPr>
        <p:spPr>
          <a:xfrm>
            <a:off x="4889880" y="2943360"/>
            <a:ext cx="1645560" cy="160776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13" name="PlaceHolder 4"/>
          <p:cNvSpPr>
            <a:spLocks noGrp="1"/>
          </p:cNvSpPr>
          <p:nvPr>
            <p:ph type="body"/>
          </p:nvPr>
        </p:nvSpPr>
        <p:spPr>
          <a:xfrm>
            <a:off x="7130880" y="2943360"/>
            <a:ext cx="1645560" cy="160776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14" name="PlaceHolder 5"/>
          <p:cNvSpPr>
            <a:spLocks noGrp="1"/>
          </p:cNvSpPr>
          <p:nvPr>
            <p:ph type="body"/>
          </p:nvPr>
        </p:nvSpPr>
        <p:spPr>
          <a:xfrm>
            <a:off x="360360" y="2943360"/>
            <a:ext cx="1645560" cy="1607760"/>
          </a:xfrm>
          <a:prstGeom prst="rect">
            <a:avLst/>
          </a:prstGeom>
          <a:noFill/>
          <a:ln w="0">
            <a:noFill/>
          </a:ln>
        </p:spPr>
        <p:txBody>
          <a:bodyPr lIns="0" rIns="0" tIns="0" bIns="0" anchor="t">
            <a:noAutofit/>
          </a:bodyPr>
          <a:p>
            <a:pPr marL="432000" indent="-324000">
              <a:spcBef>
                <a:spcPts val="1417"/>
              </a:spcBef>
              <a:buClr>
                <a:srgbClr val="ffffff"/>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15" name="PlaceHolder 6"/>
          <p:cNvSpPr>
            <a:spLocks noGrp="1"/>
          </p:cNvSpPr>
          <p:nvPr>
            <p:ph type="title"/>
          </p:nvPr>
        </p:nvSpPr>
        <p:spPr>
          <a:xfrm>
            <a:off x="1938240" y="988560"/>
            <a:ext cx="5267520" cy="58752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1"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216" name="PlaceHolder 1"/>
          <p:cNvSpPr>
            <a:spLocks noGrp="1"/>
          </p:cNvSpPr>
          <p:nvPr>
            <p:ph type="sldNum" idx="28"/>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EA67E129-8D81-4BD6-BBFE-8CF24CEF4FDD}"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217" name="PlaceHolder 2"/>
          <p:cNvSpPr>
            <a:spLocks noGrp="1"/>
          </p:cNvSpPr>
          <p:nvPr>
            <p:ph type="body"/>
          </p:nvPr>
        </p:nvSpPr>
        <p:spPr>
          <a:xfrm>
            <a:off x="361800" y="3231360"/>
            <a:ext cx="1456920" cy="10771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18" name="PlaceHolder 3"/>
          <p:cNvSpPr>
            <a:spLocks noGrp="1"/>
          </p:cNvSpPr>
          <p:nvPr>
            <p:ph type="title"/>
          </p:nvPr>
        </p:nvSpPr>
        <p:spPr>
          <a:xfrm>
            <a:off x="1938240" y="988560"/>
            <a:ext cx="5267520" cy="587520"/>
          </a:xfrm>
          <a:prstGeom prst="rect">
            <a:avLst/>
          </a:prstGeom>
          <a:noFill/>
          <a:ln w="0">
            <a:noFill/>
          </a:ln>
        </p:spPr>
        <p:txBody>
          <a:bodyPr lIns="0" rIns="0" tIns="0" bIns="0" anchor="t">
            <a:noAutofit/>
          </a:bodyPr>
          <a:p>
            <a:pPr indent="0">
              <a:buNone/>
            </a:pPr>
            <a:r>
              <a:rPr b="0" lang="en-US" sz="2200" spc="-1" strike="noStrike">
                <a:solidFill>
                  <a:srgbClr val="000000"/>
                </a:solidFill>
                <a:latin typeface="Arial"/>
              </a:rPr>
              <a:t>Click to edit the title text format</a:t>
            </a:r>
            <a:endParaRPr b="0" lang="en-US" sz="2200" spc="-1" strike="noStrike">
              <a:solidFill>
                <a:srgbClr val="000000"/>
              </a:solidFill>
              <a:latin typeface="Arial"/>
            </a:endParaRPr>
          </a:p>
        </p:txBody>
      </p:sp>
      <p:sp>
        <p:nvSpPr>
          <p:cNvPr id="219" name="PlaceHolder 4"/>
          <p:cNvSpPr>
            <a:spLocks noGrp="1"/>
          </p:cNvSpPr>
          <p:nvPr>
            <p:ph type="body"/>
          </p:nvPr>
        </p:nvSpPr>
        <p:spPr>
          <a:xfrm>
            <a:off x="2101320" y="3231360"/>
            <a:ext cx="1456920" cy="10771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20" name="PlaceHolder 5"/>
          <p:cNvSpPr>
            <a:spLocks noGrp="1"/>
          </p:cNvSpPr>
          <p:nvPr>
            <p:ph type="body"/>
          </p:nvPr>
        </p:nvSpPr>
        <p:spPr>
          <a:xfrm>
            <a:off x="3840480" y="3231360"/>
            <a:ext cx="1456920" cy="10771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21" name="PlaceHolder 6"/>
          <p:cNvSpPr>
            <a:spLocks noGrp="1"/>
          </p:cNvSpPr>
          <p:nvPr>
            <p:ph type="body"/>
          </p:nvPr>
        </p:nvSpPr>
        <p:spPr>
          <a:xfrm>
            <a:off x="5580000" y="3231360"/>
            <a:ext cx="1456920" cy="10771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22" name="PlaceHolder 7"/>
          <p:cNvSpPr>
            <a:spLocks noGrp="1"/>
          </p:cNvSpPr>
          <p:nvPr>
            <p:ph type="body"/>
          </p:nvPr>
        </p:nvSpPr>
        <p:spPr>
          <a:xfrm>
            <a:off x="7319160" y="3231360"/>
            <a:ext cx="1456920" cy="10771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3" name="Google Shape;468;p55" descr="A close-up of a modern glass structure. "/>
          <p:cNvPicPr/>
          <p:nvPr/>
        </p:nvPicPr>
        <p:blipFill>
          <a:blip r:embed="rId1"/>
          <a:srcRect l="21734" t="0" r="19113" b="80"/>
          <a:stretch/>
        </p:blipFill>
        <p:spPr>
          <a:xfrm>
            <a:off x="4587840" y="-8640"/>
            <a:ext cx="4571640" cy="5147640"/>
          </a:xfrm>
          <a:prstGeom prst="rect">
            <a:avLst/>
          </a:prstGeom>
          <a:ln w="0">
            <a:noFill/>
          </a:ln>
        </p:spPr>
      </p:pic>
      <p:sp>
        <p:nvSpPr>
          <p:cNvPr id="224" name="PlaceHolder 1"/>
          <p:cNvSpPr>
            <a:spLocks noGrp="1"/>
          </p:cNvSpPr>
          <p:nvPr>
            <p:ph type="title"/>
          </p:nvPr>
        </p:nvSpPr>
        <p:spPr>
          <a:xfrm>
            <a:off x="361800" y="923400"/>
            <a:ext cx="3859920" cy="1218600"/>
          </a:xfrm>
          <a:prstGeom prst="rect">
            <a:avLst/>
          </a:prstGeom>
          <a:noFill/>
          <a:ln w="0">
            <a:noFill/>
          </a:ln>
        </p:spPr>
        <p:txBody>
          <a:bodyPr lIns="91440" rIns="91440" tIns="91440" bIns="91440" anchor="t">
            <a:noAutofit/>
          </a:bodyPr>
          <a:p>
            <a:pPr indent="0" algn="ctr">
              <a:lnSpc>
                <a:spcPct val="80000"/>
              </a:lnSpc>
              <a:buNone/>
              <a:tabLst>
                <a:tab algn="l" pos="0"/>
              </a:tabLst>
            </a:pPr>
            <a:r>
              <a:rPr b="0" lang="en" sz="4200" spc="-1" strike="noStrike">
                <a:solidFill>
                  <a:schemeClr val="dk1"/>
                </a:solidFill>
                <a:latin typeface="Newsreader"/>
                <a:ea typeface="Newsreader"/>
              </a:rPr>
              <a:t>Agile Proposal</a:t>
            </a:r>
            <a:endParaRPr b="0" lang="en-US" sz="4200" spc="-1" strike="noStrike">
              <a:solidFill>
                <a:srgbClr val="000000"/>
              </a:solidFill>
              <a:latin typeface="Arial"/>
            </a:endParaRPr>
          </a:p>
          <a:p>
            <a:pPr indent="0" algn="ctr">
              <a:lnSpc>
                <a:spcPct val="80000"/>
              </a:lnSpc>
              <a:buNone/>
              <a:tabLst>
                <a:tab algn="l" pos="0"/>
              </a:tabLst>
            </a:pPr>
            <a:r>
              <a:rPr b="0" lang="en" sz="4200" spc="-1" strike="noStrike">
                <a:solidFill>
                  <a:schemeClr val="dk1"/>
                </a:solidFill>
                <a:latin typeface="Newsreader"/>
                <a:ea typeface="Newsreader"/>
              </a:rPr>
              <a:t>Presentation</a:t>
            </a:r>
            <a:endParaRPr b="0" lang="en-US" sz="4200" spc="-1" strike="noStrike">
              <a:solidFill>
                <a:srgbClr val="000000"/>
              </a:solidFill>
              <a:latin typeface="Arial"/>
            </a:endParaRPr>
          </a:p>
        </p:txBody>
      </p:sp>
      <p:sp>
        <p:nvSpPr>
          <p:cNvPr id="225" name="PlaceHolder 2"/>
          <p:cNvSpPr>
            <a:spLocks noGrp="1"/>
          </p:cNvSpPr>
          <p:nvPr>
            <p:ph type="subTitle"/>
          </p:nvPr>
        </p:nvSpPr>
        <p:spPr>
          <a:xfrm>
            <a:off x="361800" y="255600"/>
            <a:ext cx="3859920" cy="376920"/>
          </a:xfrm>
          <a:prstGeom prst="rect">
            <a:avLst/>
          </a:prstGeom>
          <a:noFill/>
          <a:ln w="0">
            <a:noFill/>
          </a:ln>
        </p:spPr>
        <p:txBody>
          <a:bodyPr lIns="91440" rIns="91440" tIns="91440" bIns="91440" anchor="t">
            <a:noAutofit/>
          </a:bodyPr>
          <a:p>
            <a:pPr indent="0" algn="ctr">
              <a:lnSpc>
                <a:spcPct val="115000"/>
              </a:lnSpc>
              <a:buNone/>
              <a:tabLst>
                <a:tab algn="l" pos="0"/>
              </a:tabLst>
            </a:pPr>
            <a:r>
              <a:rPr b="0" lang="en" sz="900" spc="-1" strike="noStrike">
                <a:solidFill>
                  <a:schemeClr val="dk1"/>
                </a:solidFill>
                <a:latin typeface="DM Sans Light"/>
                <a:ea typeface="DM Sans Light"/>
              </a:rPr>
              <a:t>By Alex Lancaster</a:t>
            </a:r>
            <a:endParaRPr b="0" lang="en-US" sz="900" spc="-1" strike="noStrike">
              <a:solidFill>
                <a:srgbClr val="ffffff"/>
              </a:solidFill>
              <a:latin typeface="Arial"/>
            </a:endParaRPr>
          </a:p>
          <a:p>
            <a:pPr indent="0" algn="ctr">
              <a:lnSpc>
                <a:spcPct val="115000"/>
              </a:lnSpc>
              <a:buNone/>
              <a:tabLst>
                <a:tab algn="l" pos="0"/>
              </a:tabLst>
            </a:pPr>
            <a:r>
              <a:rPr b="0" lang="en" sz="900" spc="-1" strike="noStrike">
                <a:solidFill>
                  <a:schemeClr val="dk1"/>
                </a:solidFill>
                <a:latin typeface="DM Sans Light"/>
                <a:ea typeface="DM Sans Light"/>
              </a:rPr>
              <a:t>4/14/2026</a:t>
            </a:r>
            <a:endParaRPr b="0" lang="en-US" sz="900" spc="-1" strike="noStrike">
              <a:solidFill>
                <a:srgbClr val="ffffff"/>
              </a:solidFill>
              <a:latin typeface="Arial"/>
            </a:endParaRPr>
          </a:p>
        </p:txBody>
      </p:sp>
      <p:sp>
        <p:nvSpPr>
          <p:cNvPr id="226" name="PlaceHolder 3"/>
          <p:cNvSpPr>
            <a:spLocks noGrp="1"/>
          </p:cNvSpPr>
          <p:nvPr>
            <p:ph/>
          </p:nvPr>
        </p:nvSpPr>
        <p:spPr>
          <a:xfrm>
            <a:off x="545760" y="2973240"/>
            <a:ext cx="3492360" cy="1028160"/>
          </a:xfrm>
          <a:prstGeom prst="rect">
            <a:avLst/>
          </a:prstGeom>
          <a:noFill/>
          <a:ln w="0">
            <a:noFill/>
          </a:ln>
        </p:spPr>
        <p:txBody>
          <a:bodyPr lIns="91440" rIns="91440" tIns="91440" bIns="91440" anchor="b">
            <a:noAutofit/>
          </a:bodyPr>
          <a:p>
            <a:pPr indent="0" algn="ctr">
              <a:lnSpc>
                <a:spcPct val="100000"/>
              </a:lnSpc>
              <a:buNone/>
              <a:tabLst>
                <a:tab algn="l" pos="0"/>
              </a:tabLst>
            </a:pPr>
            <a:r>
              <a:rPr b="0" lang="en" sz="1600" spc="-1" strike="noStrike">
                <a:solidFill>
                  <a:schemeClr val="dk1"/>
                </a:solidFill>
                <a:latin typeface="DM Sans Light"/>
                <a:ea typeface="DM Sans Light"/>
              </a:rPr>
              <a:t>Explains agile roles and agile phases and compares them to the waterfall approach.</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Google Shape;497;p58"/>
          <p:cNvSpPr/>
          <p:nvPr/>
        </p:nvSpPr>
        <p:spPr>
          <a:xfrm>
            <a:off x="2286000" y="2319120"/>
            <a:ext cx="2293920" cy="282420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228" name="Google Shape;498;p58"/>
          <p:cNvSpPr/>
          <p:nvPr/>
        </p:nvSpPr>
        <p:spPr>
          <a:xfrm>
            <a:off x="4565520" y="2319120"/>
            <a:ext cx="2293920" cy="282420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229" name="Google Shape;499;p58"/>
          <p:cNvSpPr/>
          <p:nvPr/>
        </p:nvSpPr>
        <p:spPr>
          <a:xfrm>
            <a:off x="0" y="2319120"/>
            <a:ext cx="2293920" cy="282420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230" name="Google Shape;500;p58"/>
          <p:cNvSpPr/>
          <p:nvPr/>
        </p:nvSpPr>
        <p:spPr>
          <a:xfrm>
            <a:off x="6849720" y="2319120"/>
            <a:ext cx="2293920" cy="282420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cxnSp>
        <p:nvCxnSpPr>
          <p:cNvPr id="231" name="Google Shape;501;p58"/>
          <p:cNvCxnSpPr/>
          <p:nvPr/>
        </p:nvCxnSpPr>
        <p:spPr>
          <a:xfrm>
            <a:off x="6849360" y="2298240"/>
            <a:ext cx="360" cy="2841480"/>
          </a:xfrm>
          <a:prstGeom prst="straightConnector1">
            <a:avLst/>
          </a:prstGeom>
          <a:ln w="19050">
            <a:solidFill>
              <a:srgbClr val="183c40"/>
            </a:solidFill>
            <a:round/>
          </a:ln>
        </p:spPr>
      </p:cxnSp>
      <p:cxnSp>
        <p:nvCxnSpPr>
          <p:cNvPr id="232" name="Google Shape;502;p58"/>
          <p:cNvCxnSpPr/>
          <p:nvPr/>
        </p:nvCxnSpPr>
        <p:spPr>
          <a:xfrm>
            <a:off x="4565160" y="2298240"/>
            <a:ext cx="360" cy="2841480"/>
          </a:xfrm>
          <a:prstGeom prst="straightConnector1">
            <a:avLst/>
          </a:prstGeom>
          <a:ln w="19050">
            <a:solidFill>
              <a:srgbClr val="183c40"/>
            </a:solidFill>
            <a:round/>
          </a:ln>
        </p:spPr>
      </p:cxnSp>
      <p:cxnSp>
        <p:nvCxnSpPr>
          <p:cNvPr id="233" name="Google Shape;503;p58"/>
          <p:cNvCxnSpPr/>
          <p:nvPr/>
        </p:nvCxnSpPr>
        <p:spPr>
          <a:xfrm>
            <a:off x="2286000" y="2298240"/>
            <a:ext cx="360" cy="2841480"/>
          </a:xfrm>
          <a:prstGeom prst="straightConnector1">
            <a:avLst/>
          </a:prstGeom>
          <a:ln w="19050">
            <a:solidFill>
              <a:srgbClr val="183c40"/>
            </a:solidFill>
            <a:round/>
          </a:ln>
        </p:spPr>
      </p:cxnSp>
      <p:sp>
        <p:nvSpPr>
          <p:cNvPr id="234" name="PlaceHolder 1"/>
          <p:cNvSpPr>
            <a:spLocks noGrp="1"/>
          </p:cNvSpPr>
          <p:nvPr>
            <p:ph/>
          </p:nvPr>
        </p:nvSpPr>
        <p:spPr>
          <a:xfrm>
            <a:off x="4884480" y="3337920"/>
            <a:ext cx="1645560" cy="1087560"/>
          </a:xfrm>
          <a:prstGeom prst="rect">
            <a:avLst/>
          </a:prstGeom>
          <a:noFill/>
          <a:ln w="0">
            <a:noFill/>
          </a:ln>
        </p:spPr>
        <p:txBody>
          <a:bodyPr lIns="0" rIns="0" tIns="0" bIns="0" anchor="t">
            <a:noAutofit/>
          </a:bodyPr>
          <a:p>
            <a:pPr indent="0">
              <a:lnSpc>
                <a:spcPct val="100000"/>
              </a:lnSpc>
              <a:spcAft>
                <a:spcPts val="799"/>
              </a:spcAft>
              <a:buNone/>
              <a:tabLst>
                <a:tab algn="l" pos="0"/>
              </a:tabLst>
            </a:pPr>
            <a:r>
              <a:rPr b="0" lang="en" sz="1000" spc="-1" strike="noStrike">
                <a:solidFill>
                  <a:schemeClr val="dk1"/>
                </a:solidFill>
                <a:latin typeface="DM Sans Light"/>
                <a:ea typeface="DM Sans Light"/>
              </a:rPr>
              <a:t>Directly controls team, making sure they adhere to scrum principles and practices. They facilitate scrum events, coach the team, and address any blockers that slow progress.</a:t>
            </a:r>
            <a:endParaRPr b="0" lang="en-US" sz="1000" spc="-1" strike="noStrike">
              <a:solidFill>
                <a:srgbClr val="000000"/>
              </a:solidFill>
              <a:latin typeface="Arial"/>
            </a:endParaRPr>
          </a:p>
        </p:txBody>
      </p:sp>
      <p:sp>
        <p:nvSpPr>
          <p:cNvPr id="235" name="PlaceHolder 2"/>
          <p:cNvSpPr>
            <a:spLocks noGrp="1"/>
          </p:cNvSpPr>
          <p:nvPr>
            <p:ph type="sldNum" idx="29"/>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35805718-0E51-440D-A091-85F8F3C5604A}"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236" name="PlaceHolder 3"/>
          <p:cNvSpPr>
            <a:spLocks noGrp="1"/>
          </p:cNvSpPr>
          <p:nvPr>
            <p:ph type="subTitle"/>
          </p:nvPr>
        </p:nvSpPr>
        <p:spPr>
          <a:xfrm>
            <a:off x="361800" y="217800"/>
            <a:ext cx="4162680" cy="237240"/>
          </a:xfrm>
          <a:prstGeom prst="rect">
            <a:avLst/>
          </a:prstGeom>
          <a:noFill/>
          <a:ln w="0">
            <a:noFill/>
          </a:ln>
        </p:spPr>
        <p:txBody>
          <a:bodyPr lIns="0" rIns="0" tIns="0" bIns="0" anchor="ctr">
            <a:noAutofit/>
          </a:bodyPr>
          <a:p>
            <a:pPr indent="0">
              <a:lnSpc>
                <a:spcPct val="115000"/>
              </a:lnSpc>
              <a:buNone/>
              <a:tabLst>
                <a:tab algn="l" pos="0"/>
              </a:tabLst>
            </a:pPr>
            <a:r>
              <a:rPr b="0" lang="en" sz="700" spc="-1" strike="noStrike">
                <a:solidFill>
                  <a:schemeClr val="dk1"/>
                </a:solidFill>
                <a:latin typeface="DM Sans"/>
                <a:ea typeface="DM Sans"/>
              </a:rPr>
              <a:t>ChadaTech</a:t>
            </a:r>
            <a:endParaRPr b="0" lang="en-US" sz="700" spc="-1" strike="noStrike">
              <a:solidFill>
                <a:srgbClr val="ffffff"/>
              </a:solidFill>
              <a:latin typeface="Arial"/>
            </a:endParaRPr>
          </a:p>
        </p:txBody>
      </p:sp>
      <p:sp>
        <p:nvSpPr>
          <p:cNvPr id="237" name="PlaceHolder 4"/>
          <p:cNvSpPr>
            <a:spLocks noGrp="1"/>
          </p:cNvSpPr>
          <p:nvPr>
            <p:ph/>
          </p:nvPr>
        </p:nvSpPr>
        <p:spPr>
          <a:xfrm>
            <a:off x="2626920" y="3337920"/>
            <a:ext cx="1645560" cy="1708920"/>
          </a:xfrm>
          <a:prstGeom prst="rect">
            <a:avLst/>
          </a:prstGeom>
          <a:noFill/>
          <a:ln w="0">
            <a:noFill/>
          </a:ln>
        </p:spPr>
        <p:txBody>
          <a:bodyPr lIns="0" rIns="0" tIns="0" bIns="0" anchor="t">
            <a:noAutofit/>
          </a:bodyPr>
          <a:p>
            <a:pPr indent="0">
              <a:lnSpc>
                <a:spcPct val="100000"/>
              </a:lnSpc>
              <a:spcAft>
                <a:spcPts val="799"/>
              </a:spcAft>
              <a:buNone/>
              <a:tabLst>
                <a:tab algn="l" pos="0"/>
              </a:tabLst>
            </a:pPr>
            <a:r>
              <a:rPr b="0" lang="en" sz="1000" spc="-1" strike="noStrike">
                <a:solidFill>
                  <a:schemeClr val="dk1"/>
                </a:solidFill>
                <a:latin typeface="DM Sans Light"/>
                <a:ea typeface="DM Sans Light"/>
              </a:rPr>
              <a:t>Define and refine acceptance criteria with the project organizer, create test strategies, test cases, and test data, and perform manual and exploratory testing. The role is there to help define "done" and ensure quality of the software is made from the start of the project.</a:t>
            </a:r>
            <a:endParaRPr b="0" lang="en-US" sz="1000" spc="-1" strike="noStrike">
              <a:solidFill>
                <a:srgbClr val="000000"/>
              </a:solidFill>
              <a:latin typeface="Arial"/>
            </a:endParaRPr>
          </a:p>
        </p:txBody>
      </p:sp>
      <p:sp>
        <p:nvSpPr>
          <p:cNvPr id="238" name="PlaceHolder 5"/>
          <p:cNvSpPr>
            <a:spLocks noGrp="1"/>
          </p:cNvSpPr>
          <p:nvPr>
            <p:ph/>
          </p:nvPr>
        </p:nvSpPr>
        <p:spPr>
          <a:xfrm>
            <a:off x="7152480" y="3337920"/>
            <a:ext cx="1645560" cy="1580400"/>
          </a:xfrm>
          <a:prstGeom prst="rect">
            <a:avLst/>
          </a:prstGeom>
          <a:noFill/>
          <a:ln w="0">
            <a:noFill/>
          </a:ln>
        </p:spPr>
        <p:txBody>
          <a:bodyPr lIns="0" rIns="0" tIns="0" bIns="0" anchor="t">
            <a:noAutofit/>
          </a:bodyPr>
          <a:p>
            <a:pPr indent="0">
              <a:lnSpc>
                <a:spcPct val="100000"/>
              </a:lnSpc>
              <a:spcAft>
                <a:spcPts val="799"/>
              </a:spcAft>
              <a:buNone/>
              <a:tabLst>
                <a:tab algn="l" pos="0"/>
              </a:tabLst>
            </a:pPr>
            <a:r>
              <a:rPr b="0" lang="en" sz="1000" spc="-1" strike="noStrike">
                <a:solidFill>
                  <a:schemeClr val="dk1"/>
                </a:solidFill>
                <a:latin typeface="DM Sans Light"/>
                <a:ea typeface="DM Sans Light"/>
              </a:rPr>
              <a:t>Represents the participants outside the team, to ensure the team stays aligned to delivering maximum value. Prioritizes the product backlog and tasks based on organization needs and translating participant requirements into actionable tasks.</a:t>
            </a:r>
            <a:endParaRPr b="0" lang="en-US" sz="1000" spc="-1" strike="noStrike">
              <a:solidFill>
                <a:srgbClr val="000000"/>
              </a:solidFill>
              <a:latin typeface="Arial"/>
            </a:endParaRPr>
          </a:p>
        </p:txBody>
      </p:sp>
      <p:sp>
        <p:nvSpPr>
          <p:cNvPr id="239" name="PlaceHolder 6"/>
          <p:cNvSpPr>
            <a:spLocks noGrp="1"/>
          </p:cNvSpPr>
          <p:nvPr>
            <p:ph/>
          </p:nvPr>
        </p:nvSpPr>
        <p:spPr>
          <a:xfrm>
            <a:off x="328680" y="3337920"/>
            <a:ext cx="1645560" cy="679680"/>
          </a:xfrm>
          <a:prstGeom prst="rect">
            <a:avLst/>
          </a:prstGeom>
          <a:noFill/>
          <a:ln w="0">
            <a:noFill/>
          </a:ln>
        </p:spPr>
        <p:txBody>
          <a:bodyPr lIns="0" rIns="0" tIns="0" bIns="0" anchor="t">
            <a:noAutofit/>
          </a:bodyPr>
          <a:p>
            <a:pPr indent="0">
              <a:lnSpc>
                <a:spcPct val="100000"/>
              </a:lnSpc>
              <a:spcAft>
                <a:spcPts val="799"/>
              </a:spcAft>
              <a:buNone/>
              <a:tabLst>
                <a:tab algn="l" pos="0"/>
              </a:tabLst>
            </a:pPr>
            <a:r>
              <a:rPr b="0" lang="en" sz="1000" spc="-1" strike="noStrike">
                <a:solidFill>
                  <a:schemeClr val="dk1"/>
                </a:solidFill>
                <a:latin typeface="DM Sans Light"/>
                <a:ea typeface="DM Sans Light"/>
              </a:rPr>
              <a:t>Consists of planning and completing tasks during sprints, delivering potentially shippable product increments, and participating in daily scrum and sprint assessments. They ensure quality through testing and continuous feedback.</a:t>
            </a:r>
            <a:endParaRPr b="0" lang="en-US" sz="1000" spc="-1" strike="noStrike">
              <a:solidFill>
                <a:srgbClr val="000000"/>
              </a:solidFill>
              <a:latin typeface="Arial"/>
            </a:endParaRPr>
          </a:p>
        </p:txBody>
      </p:sp>
      <p:sp>
        <p:nvSpPr>
          <p:cNvPr id="240" name="PlaceHolder 7"/>
          <p:cNvSpPr>
            <a:spLocks noGrp="1"/>
          </p:cNvSpPr>
          <p:nvPr>
            <p:ph type="subTitle"/>
          </p:nvPr>
        </p:nvSpPr>
        <p:spPr>
          <a:xfrm>
            <a:off x="4673160" y="2791080"/>
            <a:ext cx="2129400" cy="153720"/>
          </a:xfrm>
          <a:prstGeom prst="rect">
            <a:avLst/>
          </a:prstGeom>
          <a:noFill/>
          <a:ln w="0">
            <a:noFill/>
          </a:ln>
        </p:spPr>
        <p:txBody>
          <a:bodyPr lIns="0" rIns="0" tIns="0" bIns="0" anchor="t">
            <a:noAutofit/>
          </a:bodyPr>
          <a:p>
            <a:pPr indent="0">
              <a:lnSpc>
                <a:spcPct val="100000"/>
              </a:lnSpc>
              <a:buNone/>
              <a:tabLst>
                <a:tab algn="l" pos="0"/>
              </a:tabLst>
            </a:pPr>
            <a:r>
              <a:rPr b="0" lang="en" sz="1000" spc="-1" strike="noStrike">
                <a:solidFill>
                  <a:schemeClr val="dk1"/>
                </a:solidFill>
                <a:latin typeface="DM Sans Light"/>
                <a:ea typeface="DM Sans Light"/>
              </a:rPr>
              <a:t>Team Organizer (Scrum “master”)</a:t>
            </a:r>
            <a:endParaRPr b="0" lang="en-US" sz="1000" spc="-1" strike="noStrike">
              <a:solidFill>
                <a:srgbClr val="ffffff"/>
              </a:solidFill>
              <a:latin typeface="Arial"/>
            </a:endParaRPr>
          </a:p>
        </p:txBody>
      </p:sp>
      <p:sp>
        <p:nvSpPr>
          <p:cNvPr id="241" name="PlaceHolder 8"/>
          <p:cNvSpPr>
            <a:spLocks noGrp="1"/>
          </p:cNvSpPr>
          <p:nvPr>
            <p:ph type="subTitle"/>
          </p:nvPr>
        </p:nvSpPr>
        <p:spPr>
          <a:xfrm>
            <a:off x="7130880" y="2791080"/>
            <a:ext cx="1645560" cy="151920"/>
          </a:xfrm>
          <a:prstGeom prst="rect">
            <a:avLst/>
          </a:prstGeom>
          <a:noFill/>
          <a:ln w="0">
            <a:noFill/>
          </a:ln>
        </p:spPr>
        <p:txBody>
          <a:bodyPr lIns="0" rIns="0" tIns="0" bIns="0" anchor="t">
            <a:noAutofit/>
          </a:bodyPr>
          <a:p>
            <a:pPr indent="0">
              <a:lnSpc>
                <a:spcPct val="100000"/>
              </a:lnSpc>
              <a:buNone/>
              <a:tabLst>
                <a:tab algn="l" pos="0"/>
              </a:tabLst>
            </a:pPr>
            <a:r>
              <a:rPr b="0" lang="en" sz="1000" spc="-1" strike="noStrike">
                <a:solidFill>
                  <a:schemeClr val="dk1"/>
                </a:solidFill>
                <a:latin typeface="DM Sans Light"/>
                <a:ea typeface="DM Sans Light"/>
              </a:rPr>
              <a:t>Project Organizer (Product owner)</a:t>
            </a:r>
            <a:endParaRPr b="0" lang="en-US" sz="1000" spc="-1" strike="noStrike">
              <a:solidFill>
                <a:srgbClr val="ffffff"/>
              </a:solidFill>
              <a:latin typeface="Arial"/>
            </a:endParaRPr>
          </a:p>
        </p:txBody>
      </p:sp>
      <p:sp>
        <p:nvSpPr>
          <p:cNvPr id="242" name="PlaceHolder 9"/>
          <p:cNvSpPr>
            <a:spLocks noGrp="1"/>
          </p:cNvSpPr>
          <p:nvPr>
            <p:ph type="subTitle"/>
          </p:nvPr>
        </p:nvSpPr>
        <p:spPr>
          <a:xfrm>
            <a:off x="2607120" y="2791080"/>
            <a:ext cx="1645560" cy="151920"/>
          </a:xfrm>
          <a:prstGeom prst="rect">
            <a:avLst/>
          </a:prstGeom>
          <a:noFill/>
          <a:ln w="0">
            <a:noFill/>
          </a:ln>
        </p:spPr>
        <p:txBody>
          <a:bodyPr lIns="0" rIns="0" tIns="0" bIns="0" anchor="t">
            <a:noAutofit/>
          </a:bodyPr>
          <a:p>
            <a:pPr indent="0">
              <a:lnSpc>
                <a:spcPct val="100000"/>
              </a:lnSpc>
              <a:buNone/>
              <a:tabLst>
                <a:tab algn="l" pos="0"/>
              </a:tabLst>
            </a:pPr>
            <a:r>
              <a:rPr b="0" lang="en" sz="1000" spc="-1" strike="noStrike">
                <a:solidFill>
                  <a:schemeClr val="dk1"/>
                </a:solidFill>
                <a:latin typeface="DM Sans Light"/>
                <a:ea typeface="DM Sans Light"/>
              </a:rPr>
              <a:t>Tester</a:t>
            </a:r>
            <a:endParaRPr b="0" lang="en-US" sz="1000" spc="-1" strike="noStrike">
              <a:solidFill>
                <a:srgbClr val="ffffff"/>
              </a:solidFill>
              <a:latin typeface="Arial"/>
            </a:endParaRPr>
          </a:p>
        </p:txBody>
      </p:sp>
      <p:sp>
        <p:nvSpPr>
          <p:cNvPr id="243" name="PlaceHolder 10"/>
          <p:cNvSpPr>
            <a:spLocks noGrp="1"/>
          </p:cNvSpPr>
          <p:nvPr>
            <p:ph type="subTitle"/>
          </p:nvPr>
        </p:nvSpPr>
        <p:spPr>
          <a:xfrm>
            <a:off x="361800" y="2791080"/>
            <a:ext cx="1645560" cy="151920"/>
          </a:xfrm>
          <a:prstGeom prst="rect">
            <a:avLst/>
          </a:prstGeom>
          <a:noFill/>
          <a:ln w="0">
            <a:noFill/>
          </a:ln>
        </p:spPr>
        <p:txBody>
          <a:bodyPr lIns="0" rIns="0" tIns="0" bIns="0" anchor="t">
            <a:noAutofit/>
          </a:bodyPr>
          <a:p>
            <a:pPr indent="0">
              <a:lnSpc>
                <a:spcPct val="100000"/>
              </a:lnSpc>
              <a:buNone/>
              <a:tabLst>
                <a:tab algn="l" pos="0"/>
              </a:tabLst>
            </a:pPr>
            <a:r>
              <a:rPr b="0" lang="en" sz="1000" spc="-1" strike="noStrike">
                <a:solidFill>
                  <a:schemeClr val="dk1"/>
                </a:solidFill>
                <a:latin typeface="DM Sans Light"/>
                <a:ea typeface="DM Sans Light"/>
              </a:rPr>
              <a:t>Developer</a:t>
            </a:r>
            <a:endParaRPr b="0" lang="en-US" sz="1000" spc="-1" strike="noStrike">
              <a:solidFill>
                <a:srgbClr val="ffffff"/>
              </a:solidFill>
              <a:latin typeface="Arial"/>
            </a:endParaRPr>
          </a:p>
        </p:txBody>
      </p:sp>
      <p:sp>
        <p:nvSpPr>
          <p:cNvPr id="244" name="PlaceHolder 11"/>
          <p:cNvSpPr>
            <a:spLocks noGrp="1"/>
          </p:cNvSpPr>
          <p:nvPr>
            <p:ph type="title"/>
          </p:nvPr>
        </p:nvSpPr>
        <p:spPr>
          <a:xfrm>
            <a:off x="1406520" y="988560"/>
            <a:ext cx="6330600" cy="587520"/>
          </a:xfrm>
          <a:prstGeom prst="rect">
            <a:avLst/>
          </a:prstGeom>
          <a:noFill/>
          <a:ln w="0">
            <a:noFill/>
          </a:ln>
        </p:spPr>
        <p:txBody>
          <a:bodyPr lIns="0" rIns="0" tIns="0" bIns="0" anchor="t">
            <a:noAutofit/>
          </a:bodyPr>
          <a:p>
            <a:pPr indent="0" algn="ctr">
              <a:lnSpc>
                <a:spcPct val="90000"/>
              </a:lnSpc>
              <a:buNone/>
              <a:tabLst>
                <a:tab algn="l" pos="0"/>
              </a:tabLst>
            </a:pPr>
            <a:r>
              <a:rPr b="0" lang="en" sz="2200" spc="-1" strike="noStrike">
                <a:solidFill>
                  <a:schemeClr val="dk1"/>
                </a:solidFill>
                <a:latin typeface="Newsreader"/>
                <a:ea typeface="Newsreader"/>
              </a:rPr>
              <a:t>Agile Roles</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solidFill>
      </p:bgPr>
    </p:bg>
    <p:spTree>
      <p:nvGrpSpPr>
        <p:cNvPr id="1" name=""/>
        <p:cNvGrpSpPr/>
        <p:nvPr/>
      </p:nvGrpSpPr>
      <p:grpSpPr>
        <a:xfrm>
          <a:off x="0" y="0"/>
          <a:ext cx="0" cy="0"/>
          <a:chOff x="0" y="0"/>
          <a:chExt cx="0" cy="0"/>
        </a:xfrm>
      </p:grpSpPr>
      <p:sp>
        <p:nvSpPr>
          <p:cNvPr id="245" name="Google Shape;519;p59"/>
          <p:cNvSpPr/>
          <p:nvPr/>
        </p:nvSpPr>
        <p:spPr>
          <a:xfrm>
            <a:off x="-18360" y="1905120"/>
            <a:ext cx="9167760" cy="435600"/>
          </a:xfrm>
          <a:prstGeom prst="rect">
            <a:avLst/>
          </a:prstGeom>
          <a:solidFill>
            <a:schemeClr val="lt1"/>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246" name="Google Shape;520;p59"/>
          <p:cNvSpPr/>
          <p:nvPr/>
        </p:nvSpPr>
        <p:spPr>
          <a:xfrm>
            <a:off x="-18360" y="2341080"/>
            <a:ext cx="9167760" cy="2802240"/>
          </a:xfrm>
          <a:prstGeom prst="rect">
            <a:avLst/>
          </a:prstGeom>
          <a:solidFill>
            <a:schemeClr val="accent1"/>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247" name="Google Shape;521;p59"/>
          <p:cNvSpPr/>
          <p:nvPr/>
        </p:nvSpPr>
        <p:spPr>
          <a:xfrm>
            <a:off x="1536480" y="1905120"/>
            <a:ext cx="1586520" cy="43560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900" spc="-1" strike="noStrike">
                <a:solidFill>
                  <a:schemeClr val="dk1"/>
                </a:solidFill>
                <a:latin typeface="Newsreader"/>
                <a:ea typeface="Newsreader"/>
              </a:rPr>
              <a:t>2. Design</a:t>
            </a:r>
            <a:endParaRPr b="0" lang="en-US" sz="900" spc="-1" strike="noStrike">
              <a:solidFill>
                <a:srgbClr val="000000"/>
              </a:solidFill>
              <a:latin typeface="Arial"/>
            </a:endParaRPr>
          </a:p>
        </p:txBody>
      </p:sp>
      <p:sp>
        <p:nvSpPr>
          <p:cNvPr id="248" name="Google Shape;522;p59"/>
          <p:cNvSpPr/>
          <p:nvPr/>
        </p:nvSpPr>
        <p:spPr>
          <a:xfrm>
            <a:off x="3057480" y="1905120"/>
            <a:ext cx="1586520" cy="43560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900" spc="-1" strike="noStrike">
                <a:solidFill>
                  <a:schemeClr val="dk1"/>
                </a:solidFill>
                <a:latin typeface="Newsreader"/>
                <a:ea typeface="Newsreader"/>
              </a:rPr>
              <a:t>3. Development</a:t>
            </a:r>
            <a:endParaRPr b="0" lang="en-US" sz="900" spc="-1" strike="noStrike">
              <a:solidFill>
                <a:srgbClr val="000000"/>
              </a:solidFill>
              <a:latin typeface="Arial"/>
            </a:endParaRPr>
          </a:p>
        </p:txBody>
      </p:sp>
      <p:sp>
        <p:nvSpPr>
          <p:cNvPr id="249" name="Google Shape;523;p59"/>
          <p:cNvSpPr/>
          <p:nvPr/>
        </p:nvSpPr>
        <p:spPr>
          <a:xfrm>
            <a:off x="4682880" y="1905120"/>
            <a:ext cx="1586520" cy="43560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900" spc="-1" strike="noStrike">
                <a:solidFill>
                  <a:schemeClr val="dk1"/>
                </a:solidFill>
                <a:latin typeface="Newsreader"/>
                <a:ea typeface="Newsreader"/>
              </a:rPr>
              <a:t>4. Testing</a:t>
            </a:r>
            <a:endParaRPr b="0" lang="en-US" sz="900" spc="-1" strike="noStrike">
              <a:solidFill>
                <a:srgbClr val="000000"/>
              </a:solidFill>
              <a:latin typeface="Arial"/>
            </a:endParaRPr>
          </a:p>
        </p:txBody>
      </p:sp>
      <p:sp>
        <p:nvSpPr>
          <p:cNvPr id="250" name="Google Shape;524;p59"/>
          <p:cNvSpPr/>
          <p:nvPr/>
        </p:nvSpPr>
        <p:spPr>
          <a:xfrm>
            <a:off x="7829640" y="1905120"/>
            <a:ext cx="1248480" cy="43560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900" spc="-1" strike="noStrike">
                <a:solidFill>
                  <a:schemeClr val="dk1"/>
                </a:solidFill>
                <a:latin typeface="Newsreader"/>
                <a:ea typeface="Newsreader"/>
              </a:rPr>
              <a:t>6. Maintenance</a:t>
            </a:r>
            <a:endParaRPr b="0" lang="en-US" sz="900" spc="-1" strike="noStrike">
              <a:solidFill>
                <a:srgbClr val="000000"/>
              </a:solidFill>
              <a:latin typeface="Arial"/>
            </a:endParaRPr>
          </a:p>
        </p:txBody>
      </p:sp>
      <p:sp>
        <p:nvSpPr>
          <p:cNvPr id="251" name="Google Shape;525;p59"/>
          <p:cNvSpPr/>
          <p:nvPr/>
        </p:nvSpPr>
        <p:spPr>
          <a:xfrm>
            <a:off x="1509840" y="2296440"/>
            <a:ext cx="1511640" cy="2802240"/>
          </a:xfrm>
          <a:prstGeom prst="rect">
            <a:avLst/>
          </a:prstGeom>
          <a:noFill/>
          <a:ln w="0">
            <a:noFill/>
          </a:ln>
        </p:spPr>
        <p:style>
          <a:lnRef idx="0"/>
          <a:fillRef idx="0"/>
          <a:effectRef idx="0"/>
          <a:fontRef idx="minor"/>
        </p:style>
        <p:txBody>
          <a:bodyPr tIns="182880" bIns="91440" anchor="t">
            <a:noAutofit/>
          </a:bodyPr>
          <a:p>
            <a:pPr marL="137160" indent="-102960">
              <a:lnSpc>
                <a:spcPct val="100000"/>
              </a:lnSpc>
              <a:buClr>
                <a:srgbClr val="183c40"/>
              </a:buClr>
              <a:buFont typeface="DM Sans"/>
              <a:buChar char="●"/>
            </a:pPr>
            <a:r>
              <a:rPr b="0" lang="en" sz="900" spc="-1" strike="noStrike">
                <a:solidFill>
                  <a:schemeClr val="lt1"/>
                </a:solidFill>
                <a:latin typeface="DM Sans"/>
                <a:ea typeface="DM Sans"/>
              </a:rPr>
              <a:t>Designing can happen at botnh the architectural and detailed design level.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Agile avoids upfront design because it prevents wasted efforts on designs that may never be implemented.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It also encourages simplicity and adaptability by supporting iterative updates without keeping the team stuck in rigid plans.</a:t>
            </a:r>
            <a:endParaRPr b="0" lang="en-US" sz="900" spc="-1" strike="noStrike">
              <a:solidFill>
                <a:srgbClr val="000000"/>
              </a:solidFill>
              <a:latin typeface="Arial"/>
            </a:endParaRPr>
          </a:p>
        </p:txBody>
      </p:sp>
      <p:sp>
        <p:nvSpPr>
          <p:cNvPr id="252" name="Google Shape;526;p59"/>
          <p:cNvSpPr/>
          <p:nvPr/>
        </p:nvSpPr>
        <p:spPr>
          <a:xfrm>
            <a:off x="3013200" y="2296440"/>
            <a:ext cx="1586520" cy="2802240"/>
          </a:xfrm>
          <a:prstGeom prst="rect">
            <a:avLst/>
          </a:prstGeom>
          <a:noFill/>
          <a:ln w="0">
            <a:noFill/>
          </a:ln>
        </p:spPr>
        <p:style>
          <a:lnRef idx="0"/>
          <a:fillRef idx="0"/>
          <a:effectRef idx="0"/>
          <a:fontRef idx="minor"/>
        </p:style>
        <p:txBody>
          <a:bodyPr tIns="182880" bIns="91440" anchor="t">
            <a:noAutofit/>
          </a:bodyPr>
          <a:p>
            <a:pPr marL="137160" indent="-102960">
              <a:lnSpc>
                <a:spcPct val="100000"/>
              </a:lnSpc>
              <a:buClr>
                <a:srgbClr val="183c40"/>
              </a:buClr>
              <a:buFont typeface="DM Sans"/>
              <a:buChar char="●"/>
            </a:pPr>
            <a:r>
              <a:rPr b="0" lang="en" sz="900" spc="-1" strike="noStrike">
                <a:solidFill>
                  <a:schemeClr val="lt1"/>
                </a:solidFill>
                <a:latin typeface="DM Sans"/>
                <a:ea typeface="DM Sans"/>
              </a:rPr>
              <a:t>Development occurs during each sprint, where teams build small increments of working software.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Work is often treated as cross-functional.</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It is important because it makes progress representable and measurable, breaking the illusion of progress common in waterfall methodologies.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The process also reduces integration problems because work is done in small chunks.</a:t>
            </a:r>
            <a:endParaRPr b="0" lang="en-US" sz="900" spc="-1" strike="noStrike">
              <a:solidFill>
                <a:srgbClr val="000000"/>
              </a:solidFill>
              <a:latin typeface="Arial"/>
            </a:endParaRPr>
          </a:p>
        </p:txBody>
      </p:sp>
      <p:sp>
        <p:nvSpPr>
          <p:cNvPr id="253" name="Google Shape;527;p59"/>
          <p:cNvSpPr/>
          <p:nvPr/>
        </p:nvSpPr>
        <p:spPr>
          <a:xfrm>
            <a:off x="7613280" y="2296440"/>
            <a:ext cx="1511640" cy="2802240"/>
          </a:xfrm>
          <a:prstGeom prst="rect">
            <a:avLst/>
          </a:prstGeom>
          <a:noFill/>
          <a:ln w="0">
            <a:noFill/>
          </a:ln>
        </p:spPr>
        <p:style>
          <a:lnRef idx="0"/>
          <a:fillRef idx="0"/>
          <a:effectRef idx="0"/>
          <a:fontRef idx="minor"/>
        </p:style>
        <p:txBody>
          <a:bodyPr tIns="182880" bIns="91440" anchor="t">
            <a:noAutofit/>
          </a:bodyPr>
          <a:p>
            <a:pPr marL="137160" indent="-102960">
              <a:lnSpc>
                <a:spcPct val="100000"/>
              </a:lnSpc>
              <a:buClr>
                <a:srgbClr val="183c40"/>
              </a:buClr>
              <a:buFont typeface="DM Sans"/>
              <a:buChar char="●"/>
            </a:pPr>
            <a:r>
              <a:rPr b="0" lang="en" sz="900" spc="-1" strike="noStrike">
                <a:solidFill>
                  <a:schemeClr val="lt1"/>
                </a:solidFill>
                <a:latin typeface="DM Sans"/>
                <a:ea typeface="DM Sans"/>
              </a:rPr>
              <a:t>Maintenance is implemented into the backlog and errors, updates, and technical debt are prioritized frequently.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These retrospectives make process improvements in every sprint.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It ensures software produced stays adaptable, healthy, and sustainable for long-term usage.</a:t>
            </a:r>
            <a:endParaRPr b="0" lang="en-US" sz="900" spc="-1" strike="noStrike">
              <a:solidFill>
                <a:srgbClr val="000000"/>
              </a:solidFill>
              <a:latin typeface="Arial"/>
            </a:endParaRPr>
          </a:p>
        </p:txBody>
      </p:sp>
      <p:sp>
        <p:nvSpPr>
          <p:cNvPr id="254" name="PlaceHolder 1"/>
          <p:cNvSpPr>
            <a:spLocks noGrp="1"/>
          </p:cNvSpPr>
          <p:nvPr>
            <p:ph type="sldNum" idx="30"/>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498DE92A-C595-4B5A-8244-5C4419516DA1}"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255" name="PlaceHolder 2"/>
          <p:cNvSpPr>
            <a:spLocks noGrp="1"/>
          </p:cNvSpPr>
          <p:nvPr>
            <p:ph type="title"/>
          </p:nvPr>
        </p:nvSpPr>
        <p:spPr>
          <a:xfrm>
            <a:off x="361800" y="988560"/>
            <a:ext cx="5018040" cy="858960"/>
          </a:xfrm>
          <a:prstGeom prst="rect">
            <a:avLst/>
          </a:prstGeom>
          <a:noFill/>
          <a:ln w="0">
            <a:noFill/>
          </a:ln>
        </p:spPr>
        <p:txBody>
          <a:bodyPr lIns="0" rIns="0" tIns="0" bIns="0" anchor="t">
            <a:noAutofit/>
          </a:bodyPr>
          <a:p>
            <a:pPr indent="0">
              <a:lnSpc>
                <a:spcPct val="100000"/>
              </a:lnSpc>
              <a:buNone/>
              <a:tabLst>
                <a:tab algn="l" pos="0"/>
              </a:tabLst>
            </a:pPr>
            <a:r>
              <a:rPr b="0" lang="en" sz="2200" spc="-1" strike="noStrike">
                <a:solidFill>
                  <a:schemeClr val="lt1"/>
                </a:solidFill>
                <a:latin typeface="Newsreader"/>
                <a:ea typeface="Newsreader"/>
              </a:rPr>
              <a:t>Explaining Agile Phases</a:t>
            </a:r>
            <a:endParaRPr b="0" lang="en-US" sz="2200" spc="-1" strike="noStrike">
              <a:solidFill>
                <a:srgbClr val="000000"/>
              </a:solidFill>
              <a:latin typeface="Arial"/>
            </a:endParaRPr>
          </a:p>
        </p:txBody>
      </p:sp>
      <p:sp>
        <p:nvSpPr>
          <p:cNvPr id="256" name="PlaceHolder 3"/>
          <p:cNvSpPr>
            <a:spLocks noGrp="1"/>
          </p:cNvSpPr>
          <p:nvPr>
            <p:ph type="subTitle"/>
          </p:nvPr>
        </p:nvSpPr>
        <p:spPr>
          <a:xfrm>
            <a:off x="361800" y="217800"/>
            <a:ext cx="4162680" cy="237240"/>
          </a:xfrm>
          <a:prstGeom prst="rect">
            <a:avLst/>
          </a:prstGeom>
          <a:noFill/>
          <a:ln w="0">
            <a:noFill/>
          </a:ln>
        </p:spPr>
        <p:txBody>
          <a:bodyPr lIns="0" rIns="0" tIns="0" bIns="0" anchor="ctr">
            <a:noAutofit/>
          </a:bodyPr>
          <a:p>
            <a:pPr indent="0">
              <a:lnSpc>
                <a:spcPct val="100000"/>
              </a:lnSpc>
              <a:buNone/>
              <a:tabLst>
                <a:tab algn="l" pos="0"/>
              </a:tabLst>
            </a:pPr>
            <a:r>
              <a:rPr b="0" lang="en" sz="700" spc="-1" strike="noStrike">
                <a:solidFill>
                  <a:schemeClr val="lt1"/>
                </a:solidFill>
                <a:latin typeface="DM Sans"/>
                <a:ea typeface="DM Sans"/>
              </a:rPr>
              <a:t>ChadaTech</a:t>
            </a:r>
            <a:endParaRPr b="0" lang="en-US" sz="700" spc="-1" strike="noStrike">
              <a:solidFill>
                <a:srgbClr val="000000"/>
              </a:solidFill>
              <a:latin typeface="Arial"/>
            </a:endParaRPr>
          </a:p>
        </p:txBody>
      </p:sp>
      <p:sp>
        <p:nvSpPr>
          <p:cNvPr id="257" name="Google Shape;531;p59"/>
          <p:cNvSpPr/>
          <p:nvPr/>
        </p:nvSpPr>
        <p:spPr>
          <a:xfrm>
            <a:off x="0" y="2296440"/>
            <a:ext cx="1511640" cy="2802240"/>
          </a:xfrm>
          <a:prstGeom prst="rect">
            <a:avLst/>
          </a:prstGeom>
          <a:noFill/>
          <a:ln w="0">
            <a:noFill/>
          </a:ln>
        </p:spPr>
        <p:style>
          <a:lnRef idx="0"/>
          <a:fillRef idx="0"/>
          <a:effectRef idx="0"/>
          <a:fontRef idx="minor"/>
        </p:style>
        <p:txBody>
          <a:bodyPr tIns="182880" bIns="91440" anchor="t">
            <a:noAutofit/>
          </a:bodyPr>
          <a:p>
            <a:pPr marL="137160" indent="-102960">
              <a:lnSpc>
                <a:spcPct val="100000"/>
              </a:lnSpc>
              <a:buClr>
                <a:srgbClr val="183c40"/>
              </a:buClr>
              <a:buFont typeface="DM Sans"/>
              <a:buChar char="●"/>
            </a:pPr>
            <a:r>
              <a:rPr b="0" lang="en" sz="900" spc="-1" strike="noStrike">
                <a:solidFill>
                  <a:schemeClr val="lt1"/>
                </a:solidFill>
                <a:latin typeface="DM Sans"/>
                <a:ea typeface="DM Sans"/>
              </a:rPr>
              <a:t>Requirements are not gathered once, but rather they evolve continuously in each iteration.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This matters because it ensures the team always works on the most important items and allows for a rapid response to changing needs, reducing the risks of building the wrong thing.</a:t>
            </a:r>
            <a:endParaRPr b="0" lang="en-US" sz="900" spc="-1" strike="noStrike">
              <a:solidFill>
                <a:srgbClr val="000000"/>
              </a:solidFill>
              <a:latin typeface="Arial"/>
            </a:endParaRPr>
          </a:p>
          <a:p>
            <a:pPr>
              <a:lnSpc>
                <a:spcPct val="100000"/>
              </a:lnSpc>
              <a:tabLst>
                <a:tab algn="l" pos="0"/>
              </a:tabLst>
            </a:pPr>
            <a:endParaRPr b="0" lang="en-US" sz="900" spc="-1" strike="noStrike">
              <a:solidFill>
                <a:srgbClr val="000000"/>
              </a:solidFill>
              <a:latin typeface="Arial"/>
            </a:endParaRPr>
          </a:p>
        </p:txBody>
      </p:sp>
      <p:sp>
        <p:nvSpPr>
          <p:cNvPr id="258" name="Google Shape;532;p59"/>
          <p:cNvSpPr/>
          <p:nvPr/>
        </p:nvSpPr>
        <p:spPr>
          <a:xfrm>
            <a:off x="3960" y="1905120"/>
            <a:ext cx="1511640" cy="435600"/>
          </a:xfrm>
          <a:prstGeom prst="rect">
            <a:avLst/>
          </a:prstGeom>
          <a:noFill/>
          <a:ln w="0">
            <a:noFill/>
          </a:ln>
        </p:spPr>
        <p:style>
          <a:lnRef idx="0"/>
          <a:fillRef idx="0"/>
          <a:effectRef idx="0"/>
          <a:fontRef idx="minor"/>
        </p:style>
        <p:txBody>
          <a:bodyPr tIns="91440" bIns="91440" anchor="ctr">
            <a:noAutofit/>
          </a:bodyPr>
          <a:p>
            <a:pPr marL="457200" indent="-285840">
              <a:lnSpc>
                <a:spcPct val="100000"/>
              </a:lnSpc>
              <a:buClr>
                <a:srgbClr val="f9f9f9"/>
              </a:buClr>
              <a:buFont typeface="Newsreader"/>
              <a:buAutoNum type="arabicPeriod"/>
            </a:pPr>
            <a:r>
              <a:rPr b="0" lang="en" sz="900" spc="-1" strike="noStrike">
                <a:solidFill>
                  <a:schemeClr val="dk1"/>
                </a:solidFill>
                <a:latin typeface="Newsreader"/>
                <a:ea typeface="Newsreader"/>
              </a:rPr>
              <a:t>Requirements</a:t>
            </a:r>
            <a:endParaRPr b="0" lang="en-US" sz="900" spc="-1" strike="noStrike">
              <a:solidFill>
                <a:srgbClr val="000000"/>
              </a:solidFill>
              <a:latin typeface="Arial"/>
            </a:endParaRPr>
          </a:p>
        </p:txBody>
      </p:sp>
      <p:sp>
        <p:nvSpPr>
          <p:cNvPr id="259" name="Google Shape;533;p59"/>
          <p:cNvSpPr/>
          <p:nvPr/>
        </p:nvSpPr>
        <p:spPr>
          <a:xfrm>
            <a:off x="6308280" y="1905120"/>
            <a:ext cx="1586520" cy="43560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900" spc="-1" strike="noStrike">
                <a:solidFill>
                  <a:schemeClr val="dk1"/>
                </a:solidFill>
                <a:latin typeface="Newsreader"/>
                <a:ea typeface="Newsreader"/>
              </a:rPr>
              <a:t>5. Deployment</a:t>
            </a:r>
            <a:endParaRPr b="0" lang="en-US" sz="900" spc="-1" strike="noStrike">
              <a:solidFill>
                <a:srgbClr val="000000"/>
              </a:solidFill>
              <a:latin typeface="Arial"/>
            </a:endParaRPr>
          </a:p>
        </p:txBody>
      </p:sp>
      <p:sp>
        <p:nvSpPr>
          <p:cNvPr id="260" name="Google Shape;534;p59"/>
          <p:cNvSpPr/>
          <p:nvPr/>
        </p:nvSpPr>
        <p:spPr>
          <a:xfrm>
            <a:off x="4572000" y="2341080"/>
            <a:ext cx="1511640" cy="2802240"/>
          </a:xfrm>
          <a:prstGeom prst="rect">
            <a:avLst/>
          </a:prstGeom>
          <a:noFill/>
          <a:ln w="0">
            <a:noFill/>
          </a:ln>
        </p:spPr>
        <p:style>
          <a:lnRef idx="0"/>
          <a:fillRef idx="0"/>
          <a:effectRef idx="0"/>
          <a:fontRef idx="minor"/>
        </p:style>
        <p:txBody>
          <a:bodyPr tIns="182880" bIns="91440" anchor="t">
            <a:noAutofit/>
          </a:bodyPr>
          <a:p>
            <a:pPr marL="137160" indent="-102960">
              <a:lnSpc>
                <a:spcPct val="100000"/>
              </a:lnSpc>
              <a:buClr>
                <a:srgbClr val="183c40"/>
              </a:buClr>
              <a:buFont typeface="DM Sans"/>
              <a:buChar char="●"/>
            </a:pPr>
            <a:r>
              <a:rPr b="0" lang="en" sz="900" spc="-1" strike="noStrike">
                <a:solidFill>
                  <a:schemeClr val="lt1"/>
                </a:solidFill>
                <a:latin typeface="DM Sans"/>
                <a:ea typeface="DM Sans"/>
              </a:rPr>
              <a:t>Testing is deeply intertwined with the design and development phases, where testers collaborate with developers closely.</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Automated tests, continuous integration, and frequent builds are common.</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Basically, testing is done early and frequently.</a:t>
            </a:r>
            <a:endParaRPr b="0" lang="en-US" sz="900" spc="-1" strike="noStrike">
              <a:solidFill>
                <a:srgbClr val="000000"/>
              </a:solidFill>
              <a:latin typeface="Arial"/>
            </a:endParaRPr>
          </a:p>
        </p:txBody>
      </p:sp>
      <p:sp>
        <p:nvSpPr>
          <p:cNvPr id="261" name="Google Shape;535;p59"/>
          <p:cNvSpPr/>
          <p:nvPr/>
        </p:nvSpPr>
        <p:spPr>
          <a:xfrm>
            <a:off x="6185880" y="2296440"/>
            <a:ext cx="1426680" cy="2802240"/>
          </a:xfrm>
          <a:prstGeom prst="rect">
            <a:avLst/>
          </a:prstGeom>
          <a:noFill/>
          <a:ln w="0">
            <a:noFill/>
          </a:ln>
        </p:spPr>
        <p:style>
          <a:lnRef idx="0"/>
          <a:fillRef idx="0"/>
          <a:effectRef idx="0"/>
          <a:fontRef idx="minor"/>
        </p:style>
        <p:txBody>
          <a:bodyPr tIns="182880" bIns="91440" anchor="t">
            <a:noAutofit/>
          </a:bodyPr>
          <a:p>
            <a:pPr marL="137160" indent="-102960">
              <a:lnSpc>
                <a:spcPct val="100000"/>
              </a:lnSpc>
              <a:buClr>
                <a:srgbClr val="183c40"/>
              </a:buClr>
              <a:buFont typeface="DM Sans"/>
              <a:buChar char="●"/>
            </a:pPr>
            <a:r>
              <a:rPr b="0" lang="en" sz="900" spc="-1" strike="noStrike">
                <a:solidFill>
                  <a:schemeClr val="lt1"/>
                </a:solidFill>
                <a:latin typeface="DM Sans"/>
                <a:ea typeface="DM Sans"/>
              </a:rPr>
              <a:t>Each sprint can make a potentially usable increment.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This makes it possible to deploy the software every sprints or even multiple times per sprint. </a:t>
            </a:r>
            <a:endParaRPr b="0" lang="en-US" sz="900" spc="-1" strike="noStrike">
              <a:solidFill>
                <a:srgbClr val="000000"/>
              </a:solidFill>
              <a:latin typeface="Arial"/>
            </a:endParaRPr>
          </a:p>
          <a:p>
            <a:pPr marL="137160" indent="-102960">
              <a:lnSpc>
                <a:spcPct val="100000"/>
              </a:lnSpc>
              <a:buClr>
                <a:srgbClr val="183c40"/>
              </a:buClr>
              <a:buFont typeface="DM Sans"/>
              <a:buChar char="●"/>
            </a:pPr>
            <a:r>
              <a:rPr b="0" lang="en" sz="900" spc="-1" strike="noStrike">
                <a:solidFill>
                  <a:schemeClr val="lt1"/>
                </a:solidFill>
                <a:latin typeface="DM Sans"/>
                <a:ea typeface="DM Sans"/>
              </a:rPr>
              <a:t>It matters because it reduces risks by implementing smaller changes and delivers software faster.</a:t>
            </a:r>
            <a:endParaRPr b="0" lang="en-US" sz="900" spc="-1" strike="noStrike">
              <a:solidFill>
                <a:srgbClr val="000000"/>
              </a:solidFill>
              <a:latin typeface="Arial"/>
            </a:endParaRPr>
          </a:p>
        </p:txBody>
      </p:sp>
      <p:sp>
        <p:nvSpPr>
          <p:cNvPr id="262" name="PlaceHolder 4"/>
          <p:cNvSpPr>
            <a:spLocks noGrp="1"/>
          </p:cNvSpPr>
          <p:nvPr>
            <p:ph type="subTitle"/>
          </p:nvPr>
        </p:nvSpPr>
        <p:spPr>
          <a:xfrm>
            <a:off x="361800" y="1403280"/>
            <a:ext cx="4162680" cy="237240"/>
          </a:xfrm>
          <a:prstGeom prst="rect">
            <a:avLst/>
          </a:prstGeom>
          <a:noFill/>
          <a:ln w="0">
            <a:noFill/>
          </a:ln>
        </p:spPr>
        <p:txBody>
          <a:bodyPr lIns="0" rIns="0" tIns="0" bIns="0" anchor="ctr">
            <a:noAutofit/>
          </a:bodyPr>
          <a:p>
            <a:pPr>
              <a:lnSpc>
                <a:spcPct val="100000"/>
              </a:lnSpc>
              <a:tabLst>
                <a:tab algn="l" pos="0"/>
              </a:tabLst>
            </a:pPr>
            <a:r>
              <a:rPr b="0" lang="en" sz="1200" spc="-1" strike="noStrike">
                <a:solidFill>
                  <a:schemeClr val="lt1"/>
                </a:solidFill>
                <a:latin typeface="DM Sans"/>
                <a:ea typeface="DM Sans"/>
              </a:rPr>
              <a:t>Turning the Linear SDLC Process Into a Loop</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Num" idx="31"/>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lt1"/>
                </a:solidFill>
                <a:latin typeface="DM Sans"/>
                <a:ea typeface="DM Sans"/>
              </a:defRPr>
            </a:lvl1pPr>
          </a:lstStyle>
          <a:p>
            <a:pPr indent="0" algn="r">
              <a:lnSpc>
                <a:spcPct val="100000"/>
              </a:lnSpc>
              <a:buNone/>
              <a:tabLst>
                <a:tab algn="l" pos="0"/>
              </a:tabLst>
            </a:pPr>
            <a:fld id="{3730A739-70A1-4342-8590-15A1885ADB9A}" type="slidenum">
              <a:rPr b="0" lang="en" sz="700" spc="-1" strike="noStrike">
                <a:solidFill>
                  <a:schemeClr val="lt1"/>
                </a:solidFill>
                <a:latin typeface="DM Sans"/>
                <a:ea typeface="DM Sans"/>
              </a:rPr>
              <a:t>&lt;number&gt;</a:t>
            </a:fld>
            <a:endParaRPr b="0" lang="en-US" sz="700" spc="-1" strike="noStrike">
              <a:solidFill>
                <a:srgbClr val="000000"/>
              </a:solidFill>
              <a:latin typeface="Times New Roman"/>
            </a:endParaRPr>
          </a:p>
        </p:txBody>
      </p:sp>
      <p:sp>
        <p:nvSpPr>
          <p:cNvPr id="264" name="PlaceHolder 2"/>
          <p:cNvSpPr>
            <a:spLocks noGrp="1"/>
          </p:cNvSpPr>
          <p:nvPr>
            <p:ph type="subTitle"/>
          </p:nvPr>
        </p:nvSpPr>
        <p:spPr>
          <a:xfrm>
            <a:off x="361800" y="217800"/>
            <a:ext cx="4162680" cy="237240"/>
          </a:xfrm>
          <a:prstGeom prst="rect">
            <a:avLst/>
          </a:prstGeom>
          <a:noFill/>
          <a:ln w="0">
            <a:noFill/>
          </a:ln>
        </p:spPr>
        <p:txBody>
          <a:bodyPr lIns="0" rIns="0" tIns="0" bIns="0" anchor="ctr">
            <a:noAutofit/>
          </a:bodyPr>
          <a:p>
            <a:pPr indent="0">
              <a:lnSpc>
                <a:spcPct val="115000"/>
              </a:lnSpc>
              <a:buNone/>
              <a:tabLst>
                <a:tab algn="l" pos="0"/>
              </a:tabLst>
            </a:pPr>
            <a:r>
              <a:rPr b="0" lang="en" sz="700" spc="-1" strike="noStrike">
                <a:solidFill>
                  <a:schemeClr val="lt1"/>
                </a:solidFill>
                <a:latin typeface="DM Sans"/>
                <a:ea typeface="DM Sans"/>
              </a:rPr>
              <a:t>ChadaTech</a:t>
            </a:r>
            <a:endParaRPr b="0" lang="en-US" sz="700" spc="-1" strike="noStrike">
              <a:solidFill>
                <a:srgbClr val="000000"/>
              </a:solidFill>
              <a:latin typeface="Arial"/>
            </a:endParaRPr>
          </a:p>
        </p:txBody>
      </p:sp>
      <p:sp>
        <p:nvSpPr>
          <p:cNvPr id="265" name="PlaceHolder 3"/>
          <p:cNvSpPr>
            <a:spLocks noGrp="1"/>
          </p:cNvSpPr>
          <p:nvPr>
            <p:ph type="subTitle"/>
          </p:nvPr>
        </p:nvSpPr>
        <p:spPr>
          <a:xfrm>
            <a:off x="2360160" y="-1917720"/>
            <a:ext cx="4423320" cy="2983320"/>
          </a:xfrm>
          <a:prstGeom prst="rect">
            <a:avLst/>
          </a:prstGeom>
          <a:noFill/>
          <a:ln w="0">
            <a:noFill/>
          </a:ln>
        </p:spPr>
        <p:txBody>
          <a:bodyPr lIns="0" rIns="0" tIns="0" bIns="0" anchor="b">
            <a:noAutofit/>
          </a:bodyPr>
          <a:p>
            <a:pPr indent="0" algn="ctr">
              <a:lnSpc>
                <a:spcPct val="100000"/>
              </a:lnSpc>
              <a:buNone/>
              <a:tabLst>
                <a:tab algn="l" pos="0"/>
              </a:tabLst>
            </a:pPr>
            <a:r>
              <a:rPr b="1" lang="en" sz="2300" spc="-1" strike="noStrike">
                <a:solidFill>
                  <a:schemeClr val="lt1"/>
                </a:solidFill>
                <a:latin typeface="DM Sans"/>
                <a:ea typeface="DM Sans"/>
              </a:rPr>
              <a:t>Describing the Waterfall Model</a:t>
            </a:r>
            <a:endParaRPr b="0" lang="en-US" sz="2300" spc="-1" strike="noStrike">
              <a:solidFill>
                <a:srgbClr val="000000"/>
              </a:solidFill>
              <a:latin typeface="Arial"/>
            </a:endParaRPr>
          </a:p>
        </p:txBody>
      </p:sp>
      <p:sp>
        <p:nvSpPr>
          <p:cNvPr id="266" name="PlaceHolder 4"/>
          <p:cNvSpPr>
            <a:spLocks noGrp="1"/>
          </p:cNvSpPr>
          <p:nvPr>
            <p:ph type="title"/>
          </p:nvPr>
        </p:nvSpPr>
        <p:spPr>
          <a:xfrm>
            <a:off x="1128960" y="1227960"/>
            <a:ext cx="6885720" cy="3741480"/>
          </a:xfrm>
          <a:prstGeom prst="rect">
            <a:avLst/>
          </a:prstGeom>
          <a:noFill/>
          <a:ln w="0">
            <a:noFill/>
          </a:ln>
        </p:spPr>
        <p:txBody>
          <a:bodyPr lIns="0" rIns="0" tIns="0" bIns="0" anchor="ctr">
            <a:noAutofit/>
          </a:bodyPr>
          <a:p>
            <a:pPr indent="0" algn="ctr">
              <a:lnSpc>
                <a:spcPct val="100000"/>
              </a:lnSpc>
              <a:buNone/>
              <a:tabLst>
                <a:tab algn="l" pos="0"/>
              </a:tabLst>
            </a:pPr>
            <a:r>
              <a:rPr b="0" lang="en" sz="1800" spc="-1" strike="noStrike">
                <a:solidFill>
                  <a:schemeClr val="lt1"/>
                </a:solidFill>
                <a:latin typeface="Newsreader"/>
                <a:ea typeface="Newsreader"/>
              </a:rPr>
              <a:t>If the project was developed using a waterfall approach instead of agile, the workflow would have been more linear, rigid, and documentation-heavy. The agile approach often treats the workflow as a loop, adaptable, and relies on continuous feedback instead of heavy documentation. If we used the waterfall approach instead of the agile one, we would've had clashes with adapting to requirement changes on the top 5 destinations list being switched to prioritize relaxing/health-based vacations. In agile, this wouldn't be a major issue since it is designed to adapt to changes. In the waterfall approach, the team would have to revisit documentation, remake designs, and maybe rework completed development/testing. This creates delays and frustration with participants.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Google Shape;549;p61"/>
          <p:cNvSpPr/>
          <p:nvPr/>
        </p:nvSpPr>
        <p:spPr>
          <a:xfrm>
            <a:off x="2286000" y="2314800"/>
            <a:ext cx="2293920" cy="282852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268" name="Google Shape;550;p61"/>
          <p:cNvSpPr/>
          <p:nvPr/>
        </p:nvSpPr>
        <p:spPr>
          <a:xfrm>
            <a:off x="4565520" y="2314800"/>
            <a:ext cx="2293920" cy="282852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269" name="Google Shape;551;p61"/>
          <p:cNvSpPr/>
          <p:nvPr/>
        </p:nvSpPr>
        <p:spPr>
          <a:xfrm>
            <a:off x="0" y="2314800"/>
            <a:ext cx="2293920" cy="282852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270" name="Google Shape;552;p61"/>
          <p:cNvSpPr/>
          <p:nvPr/>
        </p:nvSpPr>
        <p:spPr>
          <a:xfrm>
            <a:off x="6849720" y="2314800"/>
            <a:ext cx="2293920" cy="282852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cxnSp>
        <p:nvCxnSpPr>
          <p:cNvPr id="271" name="Google Shape;553;p61"/>
          <p:cNvCxnSpPr/>
          <p:nvPr/>
        </p:nvCxnSpPr>
        <p:spPr>
          <a:xfrm>
            <a:off x="6849360" y="2298240"/>
            <a:ext cx="360" cy="2828880"/>
          </a:xfrm>
          <a:prstGeom prst="straightConnector1">
            <a:avLst/>
          </a:prstGeom>
          <a:ln w="19050">
            <a:solidFill>
              <a:srgbClr val="183c40"/>
            </a:solidFill>
            <a:round/>
          </a:ln>
        </p:spPr>
      </p:cxnSp>
      <p:cxnSp>
        <p:nvCxnSpPr>
          <p:cNvPr id="272" name="Google Shape;554;p61"/>
          <p:cNvCxnSpPr/>
          <p:nvPr/>
        </p:nvCxnSpPr>
        <p:spPr>
          <a:xfrm>
            <a:off x="4565160" y="2298240"/>
            <a:ext cx="360" cy="2828880"/>
          </a:xfrm>
          <a:prstGeom prst="straightConnector1">
            <a:avLst/>
          </a:prstGeom>
          <a:ln w="19050">
            <a:solidFill>
              <a:srgbClr val="183c40"/>
            </a:solidFill>
            <a:round/>
          </a:ln>
        </p:spPr>
      </p:cxnSp>
      <p:cxnSp>
        <p:nvCxnSpPr>
          <p:cNvPr id="273" name="Google Shape;555;p61"/>
          <p:cNvCxnSpPr/>
          <p:nvPr/>
        </p:nvCxnSpPr>
        <p:spPr>
          <a:xfrm>
            <a:off x="2286000" y="2298240"/>
            <a:ext cx="360" cy="2828880"/>
          </a:xfrm>
          <a:prstGeom prst="straightConnector1">
            <a:avLst/>
          </a:prstGeom>
          <a:ln w="19050">
            <a:solidFill>
              <a:srgbClr val="183c40"/>
            </a:solidFill>
            <a:round/>
          </a:ln>
        </p:spPr>
      </p:cxnSp>
      <p:sp>
        <p:nvSpPr>
          <p:cNvPr id="274" name="PlaceHolder 1"/>
          <p:cNvSpPr>
            <a:spLocks noGrp="1"/>
          </p:cNvSpPr>
          <p:nvPr>
            <p:ph/>
          </p:nvPr>
        </p:nvSpPr>
        <p:spPr>
          <a:xfrm>
            <a:off x="4892040" y="3172680"/>
            <a:ext cx="1645560" cy="1772640"/>
          </a:xfrm>
          <a:prstGeom prst="rect">
            <a:avLst/>
          </a:prstGeom>
          <a:noFill/>
          <a:ln w="0">
            <a:noFill/>
          </a:ln>
        </p:spPr>
        <p:txBody>
          <a:bodyPr lIns="0" rIns="0" tIns="0" bIns="0" anchor="t">
            <a:noAutofit/>
          </a:bodyPr>
          <a:p>
            <a:pPr indent="0">
              <a:lnSpc>
                <a:spcPct val="100000"/>
              </a:lnSpc>
              <a:spcAft>
                <a:spcPts val="799"/>
              </a:spcAft>
              <a:buNone/>
              <a:tabLst>
                <a:tab algn="l" pos="0"/>
              </a:tabLst>
            </a:pPr>
            <a:r>
              <a:rPr b="0" lang="en" sz="1000" spc="-1" strike="noStrike">
                <a:solidFill>
                  <a:schemeClr val="dk1"/>
                </a:solidFill>
                <a:latin typeface="DM Sans Light"/>
                <a:ea typeface="DM Sans Light"/>
              </a:rPr>
              <a:t>Waterfall usually involves participants around the beginning and end of the process. Agile needs ongoing collaboration and continuous assessments. Regular check-ins throughout each sprint helped us address issues early, which the waterfall approach doesn't support.</a:t>
            </a:r>
            <a:endParaRPr b="0" lang="en-US" sz="1000" spc="-1" strike="noStrike">
              <a:solidFill>
                <a:srgbClr val="000000"/>
              </a:solidFill>
              <a:latin typeface="Arial"/>
            </a:endParaRPr>
          </a:p>
        </p:txBody>
      </p:sp>
      <p:sp>
        <p:nvSpPr>
          <p:cNvPr id="275" name="PlaceHolder 2"/>
          <p:cNvSpPr>
            <a:spLocks noGrp="1"/>
          </p:cNvSpPr>
          <p:nvPr>
            <p:ph type="sldNum" idx="32"/>
          </p:nvPr>
        </p:nvSpPr>
        <p:spPr>
          <a:xfrm>
            <a:off x="8227800" y="217800"/>
            <a:ext cx="548280" cy="233640"/>
          </a:xfrm>
          <a:prstGeom prst="rect">
            <a:avLst/>
          </a:prstGeom>
          <a:noFill/>
          <a:ln w="0">
            <a:noFill/>
          </a:ln>
        </p:spPr>
        <p:txBody>
          <a:bodyPr lIns="0" rIns="0" tIns="91440" bIns="91440" anchor="ctr">
            <a:noAutofit/>
          </a:bodyPr>
          <a:lstStyle>
            <a:lvl1pPr indent="0" algn="r">
              <a:lnSpc>
                <a:spcPct val="100000"/>
              </a:lnSpc>
              <a:buNone/>
              <a:tabLst>
                <a:tab algn="l" pos="0"/>
              </a:tabLst>
              <a:defRPr b="0" lang="en" sz="700" spc="-1" strike="noStrike">
                <a:solidFill>
                  <a:schemeClr val="dk1"/>
                </a:solidFill>
                <a:latin typeface="DM Sans"/>
                <a:ea typeface="DM Sans"/>
              </a:defRPr>
            </a:lvl1pPr>
          </a:lstStyle>
          <a:p>
            <a:pPr indent="0" algn="r">
              <a:lnSpc>
                <a:spcPct val="100000"/>
              </a:lnSpc>
              <a:buNone/>
              <a:tabLst>
                <a:tab algn="l" pos="0"/>
              </a:tabLst>
            </a:pPr>
            <a:fld id="{08D9CAA5-E5BC-4A9B-9223-F2946AFF6E14}" type="slidenum">
              <a:rPr b="0" lang="en" sz="700" spc="-1" strike="noStrike">
                <a:solidFill>
                  <a:schemeClr val="dk1"/>
                </a:solidFill>
                <a:latin typeface="DM Sans"/>
                <a:ea typeface="DM Sans"/>
              </a:rPr>
              <a:t>&lt;number&gt;</a:t>
            </a:fld>
            <a:endParaRPr b="0" lang="en-US" sz="700" spc="-1" strike="noStrike">
              <a:solidFill>
                <a:srgbClr val="ffffff"/>
              </a:solidFill>
              <a:latin typeface="Times New Roman"/>
            </a:endParaRPr>
          </a:p>
        </p:txBody>
      </p:sp>
      <p:sp>
        <p:nvSpPr>
          <p:cNvPr id="276" name="PlaceHolder 3"/>
          <p:cNvSpPr>
            <a:spLocks noGrp="1"/>
          </p:cNvSpPr>
          <p:nvPr>
            <p:ph type="subTitle"/>
          </p:nvPr>
        </p:nvSpPr>
        <p:spPr>
          <a:xfrm>
            <a:off x="361800" y="217800"/>
            <a:ext cx="4162680" cy="237240"/>
          </a:xfrm>
          <a:prstGeom prst="rect">
            <a:avLst/>
          </a:prstGeom>
          <a:noFill/>
          <a:ln w="0">
            <a:noFill/>
          </a:ln>
        </p:spPr>
        <p:txBody>
          <a:bodyPr lIns="0" rIns="0" tIns="0" bIns="0" anchor="ctr">
            <a:noAutofit/>
          </a:bodyPr>
          <a:p>
            <a:pPr indent="0">
              <a:lnSpc>
                <a:spcPct val="115000"/>
              </a:lnSpc>
              <a:buNone/>
              <a:tabLst>
                <a:tab algn="l" pos="0"/>
              </a:tabLst>
            </a:pPr>
            <a:r>
              <a:rPr b="0" lang="en" sz="700" spc="-1" strike="noStrike">
                <a:solidFill>
                  <a:schemeClr val="dk1"/>
                </a:solidFill>
                <a:latin typeface="DM Sans"/>
                <a:ea typeface="DM Sans"/>
              </a:rPr>
              <a:t>ChadaTech</a:t>
            </a:r>
            <a:endParaRPr b="0" lang="en-US" sz="700" spc="-1" strike="noStrike">
              <a:solidFill>
                <a:srgbClr val="ffffff"/>
              </a:solidFill>
              <a:latin typeface="Arial"/>
            </a:endParaRPr>
          </a:p>
        </p:txBody>
      </p:sp>
      <p:sp>
        <p:nvSpPr>
          <p:cNvPr id="277" name="PlaceHolder 4"/>
          <p:cNvSpPr>
            <a:spLocks noGrp="1"/>
          </p:cNvSpPr>
          <p:nvPr>
            <p:ph/>
          </p:nvPr>
        </p:nvSpPr>
        <p:spPr>
          <a:xfrm>
            <a:off x="2607120" y="3172680"/>
            <a:ext cx="1645560" cy="1136160"/>
          </a:xfrm>
          <a:prstGeom prst="rect">
            <a:avLst/>
          </a:prstGeom>
          <a:noFill/>
          <a:ln w="0">
            <a:noFill/>
          </a:ln>
        </p:spPr>
        <p:txBody>
          <a:bodyPr lIns="0" rIns="0" tIns="0" bIns="0" anchor="t">
            <a:noAutofit/>
          </a:bodyPr>
          <a:p>
            <a:pPr indent="0">
              <a:lnSpc>
                <a:spcPct val="100000"/>
              </a:lnSpc>
              <a:spcAft>
                <a:spcPts val="799"/>
              </a:spcAft>
              <a:buNone/>
              <a:tabLst>
                <a:tab algn="l" pos="0"/>
              </a:tabLst>
            </a:pPr>
            <a:r>
              <a:rPr b="0" lang="en" sz="1000" spc="-1" strike="noStrike">
                <a:solidFill>
                  <a:schemeClr val="dk1"/>
                </a:solidFill>
                <a:latin typeface="DM Sans Light"/>
                <a:ea typeface="DM Sans Light"/>
              </a:rPr>
              <a:t>Waterfall assumes a linear path and agile supports change through iterative cycles and feedback. Our team's workflow allowed us to refine ideas in the project and improve our agile process as we learned more. If we used the waterfall approach, small changes would have caused delays.</a:t>
            </a:r>
            <a:endParaRPr b="0" lang="en-US" sz="1000" spc="-1" strike="noStrike">
              <a:solidFill>
                <a:srgbClr val="000000"/>
              </a:solidFill>
              <a:latin typeface="Arial"/>
            </a:endParaRPr>
          </a:p>
        </p:txBody>
      </p:sp>
      <p:sp>
        <p:nvSpPr>
          <p:cNvPr id="278" name="PlaceHolder 5"/>
          <p:cNvSpPr>
            <a:spLocks noGrp="1"/>
          </p:cNvSpPr>
          <p:nvPr>
            <p:ph type="subTitle"/>
          </p:nvPr>
        </p:nvSpPr>
        <p:spPr>
          <a:xfrm>
            <a:off x="4892040" y="2586960"/>
            <a:ext cx="1645560" cy="151920"/>
          </a:xfrm>
          <a:prstGeom prst="rect">
            <a:avLst/>
          </a:prstGeom>
          <a:noFill/>
          <a:ln w="0">
            <a:noFill/>
          </a:ln>
        </p:spPr>
        <p:txBody>
          <a:bodyPr lIns="0" rIns="0" tIns="0" bIns="0" anchor="b">
            <a:noAutofit/>
          </a:bodyPr>
          <a:p>
            <a:pPr indent="0">
              <a:lnSpc>
                <a:spcPct val="100000"/>
              </a:lnSpc>
              <a:buNone/>
              <a:tabLst>
                <a:tab algn="l" pos="0"/>
              </a:tabLst>
            </a:pPr>
            <a:r>
              <a:rPr b="0" lang="en" sz="1100" spc="-1" strike="noStrike">
                <a:solidFill>
                  <a:schemeClr val="dk1"/>
                </a:solidFill>
                <a:latin typeface="Newsreader SemiBold"/>
                <a:ea typeface="Newsreader SemiBold"/>
              </a:rPr>
              <a:t>03</a:t>
            </a:r>
            <a:endParaRPr b="0" lang="en-US" sz="1100" spc="-1" strike="noStrike">
              <a:solidFill>
                <a:srgbClr val="ffffff"/>
              </a:solidFill>
              <a:latin typeface="Arial"/>
            </a:endParaRPr>
          </a:p>
        </p:txBody>
      </p:sp>
      <p:sp>
        <p:nvSpPr>
          <p:cNvPr id="279" name="PlaceHolder 6"/>
          <p:cNvSpPr>
            <a:spLocks noGrp="1"/>
          </p:cNvSpPr>
          <p:nvPr>
            <p:ph/>
          </p:nvPr>
        </p:nvSpPr>
        <p:spPr>
          <a:xfrm>
            <a:off x="7130880" y="3172320"/>
            <a:ext cx="1645560" cy="1772640"/>
          </a:xfrm>
          <a:prstGeom prst="rect">
            <a:avLst/>
          </a:prstGeom>
          <a:noFill/>
          <a:ln w="0">
            <a:noFill/>
          </a:ln>
        </p:spPr>
        <p:txBody>
          <a:bodyPr lIns="0" rIns="0" tIns="0" bIns="0" anchor="t">
            <a:noAutofit/>
          </a:bodyPr>
          <a:p>
            <a:pPr indent="0">
              <a:lnSpc>
                <a:spcPct val="100000"/>
              </a:lnSpc>
              <a:spcAft>
                <a:spcPts val="799"/>
              </a:spcAft>
              <a:buNone/>
              <a:tabLst>
                <a:tab algn="l" pos="0"/>
              </a:tabLst>
            </a:pPr>
            <a:r>
              <a:rPr b="0" lang="en" sz="1000" spc="-1" strike="noStrike">
                <a:solidFill>
                  <a:schemeClr val="dk1"/>
                </a:solidFill>
                <a:latin typeface="DM Sans Light"/>
                <a:ea typeface="DM Sans Light"/>
              </a:rPr>
              <a:t>Waterfall delivers the full project at the end of the SDLC cycle. Agile releases small, but usable increments throughout the project. Each sprint made a working piece of the project, which helped make progress measurable and validate any decisions early.</a:t>
            </a:r>
            <a:endParaRPr b="0" lang="en-US" sz="1000" spc="-1" strike="noStrike">
              <a:solidFill>
                <a:srgbClr val="000000"/>
              </a:solidFill>
              <a:latin typeface="Arial"/>
            </a:endParaRPr>
          </a:p>
        </p:txBody>
      </p:sp>
      <p:sp>
        <p:nvSpPr>
          <p:cNvPr id="280" name="PlaceHolder 7"/>
          <p:cNvSpPr>
            <a:spLocks noGrp="1"/>
          </p:cNvSpPr>
          <p:nvPr>
            <p:ph type="subTitle"/>
          </p:nvPr>
        </p:nvSpPr>
        <p:spPr>
          <a:xfrm>
            <a:off x="7130880" y="2586960"/>
            <a:ext cx="1645560" cy="151920"/>
          </a:xfrm>
          <a:prstGeom prst="rect">
            <a:avLst/>
          </a:prstGeom>
          <a:noFill/>
          <a:ln w="0">
            <a:noFill/>
          </a:ln>
        </p:spPr>
        <p:txBody>
          <a:bodyPr lIns="0" rIns="0" tIns="0" bIns="0" anchor="b">
            <a:noAutofit/>
          </a:bodyPr>
          <a:p>
            <a:pPr indent="0">
              <a:lnSpc>
                <a:spcPct val="100000"/>
              </a:lnSpc>
              <a:buNone/>
              <a:tabLst>
                <a:tab algn="l" pos="0"/>
              </a:tabLst>
            </a:pPr>
            <a:r>
              <a:rPr b="0" lang="en" sz="1100" spc="-1" strike="noStrike">
                <a:solidFill>
                  <a:schemeClr val="dk1"/>
                </a:solidFill>
                <a:latin typeface="Newsreader SemiBold"/>
                <a:ea typeface="Newsreader SemiBold"/>
              </a:rPr>
              <a:t>04</a:t>
            </a:r>
            <a:endParaRPr b="0" lang="en-US" sz="1100" spc="-1" strike="noStrike">
              <a:solidFill>
                <a:srgbClr val="ffffff"/>
              </a:solidFill>
              <a:latin typeface="Arial"/>
            </a:endParaRPr>
          </a:p>
        </p:txBody>
      </p:sp>
      <p:sp>
        <p:nvSpPr>
          <p:cNvPr id="281" name="PlaceHolder 8"/>
          <p:cNvSpPr>
            <a:spLocks noGrp="1"/>
          </p:cNvSpPr>
          <p:nvPr>
            <p:ph/>
          </p:nvPr>
        </p:nvSpPr>
        <p:spPr>
          <a:xfrm>
            <a:off x="361800" y="3172680"/>
            <a:ext cx="1645560" cy="1772640"/>
          </a:xfrm>
          <a:prstGeom prst="rect">
            <a:avLst/>
          </a:prstGeom>
          <a:noFill/>
          <a:ln w="0">
            <a:noFill/>
          </a:ln>
        </p:spPr>
        <p:txBody>
          <a:bodyPr lIns="0" rIns="0" tIns="0" bIns="0" anchor="t">
            <a:noAutofit/>
          </a:bodyPr>
          <a:p>
            <a:pPr indent="0">
              <a:lnSpc>
                <a:spcPct val="100000"/>
              </a:lnSpc>
              <a:spcAft>
                <a:spcPts val="799"/>
              </a:spcAft>
              <a:buNone/>
              <a:tabLst>
                <a:tab algn="l" pos="0"/>
              </a:tabLst>
            </a:pPr>
            <a:r>
              <a:rPr b="0" lang="en" sz="1000" spc="-1" strike="noStrike">
                <a:solidFill>
                  <a:schemeClr val="dk1"/>
                </a:solidFill>
                <a:latin typeface="DM Sans Light"/>
                <a:ea typeface="DM Sans Light"/>
              </a:rPr>
              <a:t>Are they fixed, well-understood, and unlikely to change, or will they evolve? The top-five destinations list changed to prioritize relaxing or health-based vacations. Agile took care of this easily by updating the backlog and adjusting the next iteration.</a:t>
            </a:r>
            <a:endParaRPr b="0" lang="en-US" sz="1000" spc="-1" strike="noStrike">
              <a:solidFill>
                <a:srgbClr val="000000"/>
              </a:solidFill>
              <a:latin typeface="Arial"/>
            </a:endParaRPr>
          </a:p>
        </p:txBody>
      </p:sp>
      <p:sp>
        <p:nvSpPr>
          <p:cNvPr id="282" name="PlaceHolder 9"/>
          <p:cNvSpPr>
            <a:spLocks noGrp="1"/>
          </p:cNvSpPr>
          <p:nvPr>
            <p:ph type="subTitle"/>
          </p:nvPr>
        </p:nvSpPr>
        <p:spPr>
          <a:xfrm>
            <a:off x="4892040" y="2791080"/>
            <a:ext cx="1645560" cy="151920"/>
          </a:xfrm>
          <a:prstGeom prst="rect">
            <a:avLst/>
          </a:prstGeom>
          <a:noFill/>
          <a:ln w="0">
            <a:noFill/>
          </a:ln>
        </p:spPr>
        <p:txBody>
          <a:bodyPr lIns="0" rIns="0" tIns="0" bIns="0" anchor="t">
            <a:noAutofit/>
          </a:bodyPr>
          <a:p>
            <a:pPr indent="0">
              <a:lnSpc>
                <a:spcPct val="100000"/>
              </a:lnSpc>
              <a:buNone/>
              <a:tabLst>
                <a:tab algn="l" pos="0"/>
              </a:tabLst>
            </a:pPr>
            <a:r>
              <a:rPr b="0" lang="en" sz="1000" spc="-1" strike="noStrike">
                <a:solidFill>
                  <a:schemeClr val="dk1"/>
                </a:solidFill>
                <a:latin typeface="DM Sans Light"/>
                <a:ea typeface="DM Sans Light"/>
              </a:rPr>
              <a:t>Participant involvement</a:t>
            </a:r>
            <a:endParaRPr b="0" lang="en-US" sz="1000" spc="-1" strike="noStrike">
              <a:solidFill>
                <a:srgbClr val="ffffff"/>
              </a:solidFill>
              <a:latin typeface="Arial"/>
            </a:endParaRPr>
          </a:p>
        </p:txBody>
      </p:sp>
      <p:sp>
        <p:nvSpPr>
          <p:cNvPr id="283" name="PlaceHolder 10"/>
          <p:cNvSpPr>
            <a:spLocks noGrp="1"/>
          </p:cNvSpPr>
          <p:nvPr>
            <p:ph type="subTitle"/>
          </p:nvPr>
        </p:nvSpPr>
        <p:spPr>
          <a:xfrm>
            <a:off x="7130880" y="2791080"/>
            <a:ext cx="1645560" cy="151920"/>
          </a:xfrm>
          <a:prstGeom prst="rect">
            <a:avLst/>
          </a:prstGeom>
          <a:noFill/>
          <a:ln w="0">
            <a:noFill/>
          </a:ln>
        </p:spPr>
        <p:txBody>
          <a:bodyPr lIns="0" rIns="0" tIns="0" bIns="0" anchor="t">
            <a:noAutofit/>
          </a:bodyPr>
          <a:p>
            <a:pPr indent="0">
              <a:lnSpc>
                <a:spcPct val="100000"/>
              </a:lnSpc>
              <a:buNone/>
              <a:tabLst>
                <a:tab algn="l" pos="0"/>
              </a:tabLst>
            </a:pPr>
            <a:r>
              <a:rPr b="0" lang="en" sz="1000" spc="-1" strike="noStrike">
                <a:solidFill>
                  <a:schemeClr val="dk1"/>
                </a:solidFill>
                <a:latin typeface="DM Sans Light"/>
                <a:ea typeface="DM Sans Light"/>
              </a:rPr>
              <a:t>Delivery expectations</a:t>
            </a:r>
            <a:endParaRPr b="0" lang="en-US" sz="1000" spc="-1" strike="noStrike">
              <a:solidFill>
                <a:srgbClr val="ffffff"/>
              </a:solidFill>
              <a:latin typeface="Arial"/>
            </a:endParaRPr>
          </a:p>
        </p:txBody>
      </p:sp>
      <p:sp>
        <p:nvSpPr>
          <p:cNvPr id="284" name="PlaceHolder 11"/>
          <p:cNvSpPr>
            <a:spLocks noGrp="1"/>
          </p:cNvSpPr>
          <p:nvPr>
            <p:ph type="subTitle"/>
          </p:nvPr>
        </p:nvSpPr>
        <p:spPr>
          <a:xfrm>
            <a:off x="2607120" y="2586960"/>
            <a:ext cx="1645560" cy="151920"/>
          </a:xfrm>
          <a:prstGeom prst="rect">
            <a:avLst/>
          </a:prstGeom>
          <a:noFill/>
          <a:ln w="0">
            <a:noFill/>
          </a:ln>
        </p:spPr>
        <p:txBody>
          <a:bodyPr lIns="0" rIns="0" tIns="0" bIns="0" anchor="b">
            <a:noAutofit/>
          </a:bodyPr>
          <a:p>
            <a:pPr indent="0">
              <a:lnSpc>
                <a:spcPct val="100000"/>
              </a:lnSpc>
              <a:buNone/>
              <a:tabLst>
                <a:tab algn="l" pos="0"/>
              </a:tabLst>
            </a:pPr>
            <a:r>
              <a:rPr b="0" lang="en" sz="1100" spc="-1" strike="noStrike">
                <a:solidFill>
                  <a:schemeClr val="dk1"/>
                </a:solidFill>
                <a:latin typeface="Newsreader SemiBold"/>
                <a:ea typeface="Newsreader SemiBold"/>
              </a:rPr>
              <a:t>02</a:t>
            </a:r>
            <a:endParaRPr b="0" lang="en-US" sz="1100" spc="-1" strike="noStrike">
              <a:solidFill>
                <a:srgbClr val="ffffff"/>
              </a:solidFill>
              <a:latin typeface="Arial"/>
            </a:endParaRPr>
          </a:p>
        </p:txBody>
      </p:sp>
      <p:sp>
        <p:nvSpPr>
          <p:cNvPr id="285" name="PlaceHolder 12"/>
          <p:cNvSpPr>
            <a:spLocks noGrp="1"/>
          </p:cNvSpPr>
          <p:nvPr>
            <p:ph type="subTitle"/>
          </p:nvPr>
        </p:nvSpPr>
        <p:spPr>
          <a:xfrm>
            <a:off x="2607120" y="2791080"/>
            <a:ext cx="1645560" cy="151920"/>
          </a:xfrm>
          <a:prstGeom prst="rect">
            <a:avLst/>
          </a:prstGeom>
          <a:noFill/>
          <a:ln w="0">
            <a:noFill/>
          </a:ln>
        </p:spPr>
        <p:txBody>
          <a:bodyPr lIns="0" rIns="0" tIns="0" bIns="0" anchor="t">
            <a:noAutofit/>
          </a:bodyPr>
          <a:p>
            <a:pPr indent="0">
              <a:lnSpc>
                <a:spcPct val="100000"/>
              </a:lnSpc>
              <a:buNone/>
              <a:tabLst>
                <a:tab algn="l" pos="0"/>
              </a:tabLst>
            </a:pPr>
            <a:r>
              <a:rPr b="0" lang="en" sz="1000" spc="-1" strike="noStrike">
                <a:solidFill>
                  <a:schemeClr val="dk1"/>
                </a:solidFill>
                <a:latin typeface="DM Sans Light"/>
                <a:ea typeface="DM Sans Light"/>
              </a:rPr>
              <a:t>Need for flexibility and adaptation</a:t>
            </a:r>
            <a:endParaRPr b="0" lang="en-US" sz="1000" spc="-1" strike="noStrike">
              <a:solidFill>
                <a:srgbClr val="ffffff"/>
              </a:solidFill>
              <a:latin typeface="Arial"/>
            </a:endParaRPr>
          </a:p>
        </p:txBody>
      </p:sp>
      <p:sp>
        <p:nvSpPr>
          <p:cNvPr id="286" name="PlaceHolder 13"/>
          <p:cNvSpPr>
            <a:spLocks noGrp="1"/>
          </p:cNvSpPr>
          <p:nvPr>
            <p:ph type="subTitle"/>
          </p:nvPr>
        </p:nvSpPr>
        <p:spPr>
          <a:xfrm>
            <a:off x="361800" y="2586960"/>
            <a:ext cx="1645560" cy="151920"/>
          </a:xfrm>
          <a:prstGeom prst="rect">
            <a:avLst/>
          </a:prstGeom>
          <a:noFill/>
          <a:ln w="0">
            <a:noFill/>
          </a:ln>
        </p:spPr>
        <p:txBody>
          <a:bodyPr lIns="0" rIns="0" tIns="0" bIns="0" anchor="b">
            <a:noAutofit/>
          </a:bodyPr>
          <a:p>
            <a:pPr indent="0">
              <a:lnSpc>
                <a:spcPct val="100000"/>
              </a:lnSpc>
              <a:buNone/>
              <a:tabLst>
                <a:tab algn="l" pos="0"/>
              </a:tabLst>
            </a:pPr>
            <a:r>
              <a:rPr b="0" lang="en" sz="1100" spc="-1" strike="noStrike">
                <a:solidFill>
                  <a:schemeClr val="dk1"/>
                </a:solidFill>
                <a:latin typeface="Newsreader SemiBold"/>
                <a:ea typeface="Newsreader SemiBold"/>
              </a:rPr>
              <a:t>01</a:t>
            </a:r>
            <a:endParaRPr b="0" lang="en-US" sz="1100" spc="-1" strike="noStrike">
              <a:solidFill>
                <a:srgbClr val="ffffff"/>
              </a:solidFill>
              <a:latin typeface="Arial"/>
            </a:endParaRPr>
          </a:p>
        </p:txBody>
      </p:sp>
      <p:sp>
        <p:nvSpPr>
          <p:cNvPr id="287" name="PlaceHolder 14"/>
          <p:cNvSpPr>
            <a:spLocks noGrp="1"/>
          </p:cNvSpPr>
          <p:nvPr>
            <p:ph type="subTitle"/>
          </p:nvPr>
        </p:nvSpPr>
        <p:spPr>
          <a:xfrm>
            <a:off x="361800" y="2791080"/>
            <a:ext cx="1645560" cy="151920"/>
          </a:xfrm>
          <a:prstGeom prst="rect">
            <a:avLst/>
          </a:prstGeom>
          <a:noFill/>
          <a:ln w="0">
            <a:noFill/>
          </a:ln>
        </p:spPr>
        <p:txBody>
          <a:bodyPr lIns="0" rIns="0" tIns="0" bIns="0" anchor="t">
            <a:noAutofit/>
          </a:bodyPr>
          <a:p>
            <a:pPr indent="0">
              <a:lnSpc>
                <a:spcPct val="100000"/>
              </a:lnSpc>
              <a:buNone/>
              <a:tabLst>
                <a:tab algn="l" pos="0"/>
              </a:tabLst>
            </a:pPr>
            <a:r>
              <a:rPr b="0" lang="en" sz="1000" spc="-1" strike="noStrike">
                <a:solidFill>
                  <a:schemeClr val="dk1"/>
                </a:solidFill>
                <a:latin typeface="DM Sans Light"/>
                <a:ea typeface="DM Sans Light"/>
              </a:rPr>
              <a:t>Stability of requirements</a:t>
            </a:r>
            <a:endParaRPr b="0" lang="en-US" sz="1000" spc="-1" strike="noStrike">
              <a:solidFill>
                <a:srgbClr val="ffffff"/>
              </a:solidFill>
              <a:latin typeface="Arial"/>
            </a:endParaRPr>
          </a:p>
        </p:txBody>
      </p:sp>
      <p:sp>
        <p:nvSpPr>
          <p:cNvPr id="288" name="PlaceHolder 15"/>
          <p:cNvSpPr>
            <a:spLocks noGrp="1"/>
          </p:cNvSpPr>
          <p:nvPr>
            <p:ph type="title"/>
          </p:nvPr>
        </p:nvSpPr>
        <p:spPr>
          <a:xfrm>
            <a:off x="1406520" y="988560"/>
            <a:ext cx="6330600" cy="587520"/>
          </a:xfrm>
          <a:prstGeom prst="rect">
            <a:avLst/>
          </a:prstGeom>
          <a:noFill/>
          <a:ln w="0">
            <a:noFill/>
          </a:ln>
        </p:spPr>
        <p:txBody>
          <a:bodyPr lIns="0" rIns="0" tIns="0" bIns="0" anchor="t">
            <a:noAutofit/>
          </a:bodyPr>
          <a:p>
            <a:pPr indent="0" algn="ctr">
              <a:lnSpc>
                <a:spcPct val="90000"/>
              </a:lnSpc>
              <a:buNone/>
              <a:tabLst>
                <a:tab algn="l" pos="0"/>
              </a:tabLst>
            </a:pPr>
            <a:r>
              <a:rPr b="0" lang="en" sz="2200" spc="-1" strike="noStrike">
                <a:solidFill>
                  <a:schemeClr val="dk1"/>
                </a:solidFill>
                <a:latin typeface="Newsreader"/>
                <a:ea typeface="Newsreader"/>
              </a:rPr>
              <a:t>Waterfall or Agile Approach</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451440" y="2024280"/>
            <a:ext cx="4162680" cy="1372320"/>
          </a:xfrm>
          <a:prstGeom prst="rect">
            <a:avLst/>
          </a:prstGeom>
          <a:noFill/>
          <a:ln w="0">
            <a:noFill/>
          </a:ln>
        </p:spPr>
        <p:txBody>
          <a:bodyPr lIns="0" rIns="0" tIns="0" bIns="0" anchor="b">
            <a:noAutofit/>
          </a:bodyPr>
          <a:p>
            <a:pPr indent="0">
              <a:lnSpc>
                <a:spcPct val="100000"/>
              </a:lnSpc>
              <a:buNone/>
              <a:tabLst>
                <a:tab algn="l" pos="0"/>
              </a:tabLst>
            </a:pPr>
            <a:r>
              <a:rPr b="0" lang="en" sz="4200" spc="-1" strike="noStrike">
                <a:solidFill>
                  <a:schemeClr val="dk1"/>
                </a:solidFill>
                <a:latin typeface="Newsreader"/>
                <a:ea typeface="Newsreader"/>
              </a:rPr>
              <a:t>Thank you</a:t>
            </a:r>
            <a:endParaRPr b="0" lang="en-US" sz="4200" spc="-1" strike="noStrike">
              <a:solidFill>
                <a:srgbClr val="000000"/>
              </a:solidFill>
              <a:latin typeface="Arial"/>
            </a:endParaRPr>
          </a:p>
        </p:txBody>
      </p:sp>
      <p:sp>
        <p:nvSpPr>
          <p:cNvPr id="290" name="PlaceHolder 2"/>
          <p:cNvSpPr>
            <a:spLocks noGrp="1"/>
          </p:cNvSpPr>
          <p:nvPr>
            <p:ph type="subTitle"/>
          </p:nvPr>
        </p:nvSpPr>
        <p:spPr>
          <a:xfrm>
            <a:off x="451440" y="3776400"/>
            <a:ext cx="3370320" cy="753840"/>
          </a:xfrm>
          <a:prstGeom prst="rect">
            <a:avLst/>
          </a:prstGeom>
          <a:noFill/>
          <a:ln w="0">
            <a:noFill/>
          </a:ln>
        </p:spPr>
        <p:txBody>
          <a:bodyPr lIns="0" rIns="0" tIns="0" bIns="0" anchor="t">
            <a:noAutofit/>
          </a:bodyPr>
          <a:p>
            <a:pPr indent="0">
              <a:lnSpc>
                <a:spcPct val="115000"/>
              </a:lnSpc>
              <a:buNone/>
              <a:tabLst>
                <a:tab algn="l" pos="0"/>
              </a:tabLst>
            </a:pPr>
            <a:r>
              <a:rPr b="0" lang="en" sz="1500" spc="-1" strike="noStrike">
                <a:solidFill>
                  <a:schemeClr val="accent2"/>
                </a:solidFill>
                <a:latin typeface="DM Sans"/>
                <a:ea typeface="DM Sans"/>
              </a:rPr>
              <a:t>Bye!</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9.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0.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2026-04-23T16:51:08Z</dcterms:modified>
  <cp:revision>1</cp:revision>
  <dc:subject/>
  <dc:title/>
</cp:coreProperties>
</file>